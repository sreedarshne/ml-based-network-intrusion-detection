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4" r:id="rId1"/>
  </p:sldMasterIdLst>
  <p:notesMasterIdLst>
    <p:notesMasterId r:id="rId15"/>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 id="269" r:id="rId14"/>
  </p:sldIdLst>
  <p:sldSz cx="9144000" cy="5143500" type="screen16x9"/>
  <p:notesSz cx="6858000" cy="9144000"/>
  <p:embeddedFontLst>
    <p:embeddedFont>
      <p:font typeface="Bai Jamjuree"/>
      <p:regular r:id="rId16"/>
      <p:bold r:id="rId17"/>
      <p:italic r:id="rId18"/>
      <p:boldItalic r:id="rId19"/>
    </p:embeddedFont>
    <p:embeddedFont>
      <p:font typeface="Nunito Light" pitchFamily="2" charset="0"/>
      <p:regular r:id="rId20"/>
      <p:italic r:id="rId21"/>
    </p:embeddedFont>
    <p:embeddedFont>
      <p:font typeface="Phudu SemiBold"/>
      <p:regular r:id="rId22"/>
      <p:bold r:id="rId2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A99296D-8424-4FCD-BCC8-7B425811E2D0}">
  <a:tblStyle styleId="{0A99296D-8424-4FCD-BCC8-7B425811E2D0}"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FFA2FB54-7131-4DDA-A1DF-2B8B83C72153}" styleName="Table_1">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5" d="100"/>
          <a:sy n="75" d="100"/>
        </p:scale>
        <p:origin x="880" y="-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22f1bf7c40b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2" name="Google Shape;222;g22f1bf7c40b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7"/>
        <p:cNvGrpSpPr/>
        <p:nvPr/>
      </p:nvGrpSpPr>
      <p:grpSpPr>
        <a:xfrm>
          <a:off x="0" y="0"/>
          <a:ext cx="0" cy="0"/>
          <a:chOff x="0" y="0"/>
          <a:chExt cx="0" cy="0"/>
        </a:xfrm>
      </p:grpSpPr>
      <p:sp>
        <p:nvSpPr>
          <p:cNvPr id="228" name="Google Shape;228;g230b269c605_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9" name="Google Shape;229;g230b269c605_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g22e93169256_0_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5" name="Google Shape;255;g22e93169256_0_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bg>
      <p:bgPr>
        <a:gradFill>
          <a:gsLst>
            <a:gs pos="0">
              <a:schemeClr val="lt1"/>
            </a:gs>
            <a:gs pos="49000">
              <a:schemeClr val="lt1"/>
            </a:gs>
            <a:gs pos="100000">
              <a:schemeClr val="dk2"/>
            </a:gs>
          </a:gsLst>
          <a:lin ang="0" scaled="0"/>
        </a:gradFill>
        <a:effectLst/>
      </p:bgPr>
    </p:bg>
    <p:spTree>
      <p:nvGrpSpPr>
        <p:cNvPr id="1" name="Shape 8"/>
        <p:cNvGrpSpPr/>
        <p:nvPr/>
      </p:nvGrpSpPr>
      <p:grpSpPr>
        <a:xfrm>
          <a:off x="0" y="0"/>
          <a:ext cx="0" cy="0"/>
          <a:chOff x="0" y="0"/>
          <a:chExt cx="0" cy="0"/>
        </a:xfrm>
      </p:grpSpPr>
      <p:sp>
        <p:nvSpPr>
          <p:cNvPr id="9" name="Google Shape;9;p2"/>
          <p:cNvSpPr/>
          <p:nvPr/>
        </p:nvSpPr>
        <p:spPr>
          <a:xfrm>
            <a:off x="-3556175" y="-2746575"/>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10" name="Google Shape;10;p2"/>
          <p:cNvPicPr preferRelativeResize="0"/>
          <p:nvPr/>
        </p:nvPicPr>
        <p:blipFill rotWithShape="1">
          <a:blip r:embed="rId2">
            <a:alphaModFix/>
          </a:blip>
          <a:srcRect l="13011" t="51564" r="72803"/>
          <a:stretch/>
        </p:blipFill>
        <p:spPr>
          <a:xfrm rot="-5400000">
            <a:off x="931413" y="-924086"/>
            <a:ext cx="1535724" cy="3398550"/>
          </a:xfrm>
          <a:prstGeom prst="rect">
            <a:avLst/>
          </a:prstGeom>
          <a:noFill/>
          <a:ln>
            <a:noFill/>
          </a:ln>
        </p:spPr>
      </p:pic>
      <p:sp>
        <p:nvSpPr>
          <p:cNvPr id="11" name="Google Shape;11;p2"/>
          <p:cNvSpPr/>
          <p:nvPr/>
        </p:nvSpPr>
        <p:spPr>
          <a:xfrm>
            <a:off x="6593925" y="2168775"/>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txBox="1">
            <a:spLocks noGrp="1"/>
          </p:cNvSpPr>
          <p:nvPr>
            <p:ph type="ctrTitle"/>
          </p:nvPr>
        </p:nvSpPr>
        <p:spPr>
          <a:xfrm>
            <a:off x="713225" y="1364775"/>
            <a:ext cx="5698200" cy="2580600"/>
          </a:xfrm>
          <a:prstGeom prst="rect">
            <a:avLst/>
          </a:prstGeom>
        </p:spPr>
        <p:txBody>
          <a:bodyPr spcFirstLastPara="1" wrap="square" lIns="91425" tIns="91425" rIns="91425" bIns="91425" anchor="b" anchorCtr="0">
            <a:noAutofit/>
          </a:bodyPr>
          <a:lstStyle>
            <a:lvl1pPr lvl="0">
              <a:spcBef>
                <a:spcPts val="0"/>
              </a:spcBef>
              <a:spcAft>
                <a:spcPts val="0"/>
              </a:spcAft>
              <a:buSzPts val="5200"/>
              <a:buNone/>
              <a:defRPr sz="5000" b="0">
                <a:latin typeface="Phudu SemiBold"/>
                <a:ea typeface="Phudu SemiBold"/>
                <a:cs typeface="Phudu SemiBold"/>
                <a:sym typeface="Phudu SemiBold"/>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3" name="Google Shape;13;p2"/>
          <p:cNvSpPr txBox="1">
            <a:spLocks noGrp="1"/>
          </p:cNvSpPr>
          <p:nvPr>
            <p:ph type="subTitle" idx="1"/>
          </p:nvPr>
        </p:nvSpPr>
        <p:spPr>
          <a:xfrm>
            <a:off x="713225" y="4036950"/>
            <a:ext cx="5698200" cy="4479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2800"/>
              <a:buNone/>
              <a:defRPr sz="16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gradFill>
          <a:gsLst>
            <a:gs pos="0">
              <a:schemeClr val="dk2"/>
            </a:gs>
            <a:gs pos="49000">
              <a:schemeClr val="lt1"/>
            </a:gs>
            <a:gs pos="100000">
              <a:schemeClr val="lt1"/>
            </a:gs>
          </a:gsLst>
          <a:lin ang="0" scaled="0"/>
        </a:gradFill>
        <a:effectLst/>
      </p:bgPr>
    </p:bg>
    <p:spTree>
      <p:nvGrpSpPr>
        <p:cNvPr id="1" name="Shape 40"/>
        <p:cNvGrpSpPr/>
        <p:nvPr/>
      </p:nvGrpSpPr>
      <p:grpSpPr>
        <a:xfrm>
          <a:off x="0" y="0"/>
          <a:ext cx="0" cy="0"/>
          <a:chOff x="0" y="0"/>
          <a:chExt cx="0" cy="0"/>
        </a:xfrm>
      </p:grpSpPr>
      <p:sp>
        <p:nvSpPr>
          <p:cNvPr id="41" name="Google Shape;41;p6"/>
          <p:cNvSpPr/>
          <p:nvPr/>
        </p:nvSpPr>
        <p:spPr>
          <a:xfrm>
            <a:off x="-2472625" y="399395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6"/>
          <p:cNvSpPr/>
          <p:nvPr/>
        </p:nvSpPr>
        <p:spPr>
          <a:xfrm>
            <a:off x="5814150" y="-3505200"/>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 name="Google Shape;43;p6"/>
          <p:cNvSpPr/>
          <p:nvPr/>
        </p:nvSpPr>
        <p:spPr>
          <a:xfrm>
            <a:off x="3445800" y="-381000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44" name="Google Shape;44;p6"/>
          <p:cNvPicPr preferRelativeResize="0"/>
          <p:nvPr/>
        </p:nvPicPr>
        <p:blipFill rotWithShape="1">
          <a:blip r:embed="rId2">
            <a:alphaModFix/>
          </a:blip>
          <a:srcRect l="68413" b="69844"/>
          <a:stretch/>
        </p:blipFill>
        <p:spPr>
          <a:xfrm rot="-4812664">
            <a:off x="6732314" y="2612131"/>
            <a:ext cx="3419570" cy="2115912"/>
          </a:xfrm>
          <a:prstGeom prst="rect">
            <a:avLst/>
          </a:prstGeom>
          <a:noFill/>
          <a:ln>
            <a:noFill/>
          </a:ln>
        </p:spPr>
      </p:pic>
      <p:pic>
        <p:nvPicPr>
          <p:cNvPr id="45" name="Google Shape;45;p6"/>
          <p:cNvPicPr preferRelativeResize="0"/>
          <p:nvPr/>
        </p:nvPicPr>
        <p:blipFill rotWithShape="1">
          <a:blip r:embed="rId2">
            <a:alphaModFix/>
          </a:blip>
          <a:srcRect l="43411" r="29314" b="85378"/>
          <a:stretch/>
        </p:blipFill>
        <p:spPr>
          <a:xfrm>
            <a:off x="-9525" y="4117575"/>
            <a:ext cx="2952752" cy="1025925"/>
          </a:xfrm>
          <a:prstGeom prst="rect">
            <a:avLst/>
          </a:prstGeom>
          <a:noFill/>
          <a:ln>
            <a:noFill/>
          </a:ln>
        </p:spPr>
      </p:pic>
      <p:pic>
        <p:nvPicPr>
          <p:cNvPr id="46" name="Google Shape;46;p6"/>
          <p:cNvPicPr preferRelativeResize="0"/>
          <p:nvPr/>
        </p:nvPicPr>
        <p:blipFill rotWithShape="1">
          <a:blip r:embed="rId2">
            <a:alphaModFix/>
          </a:blip>
          <a:srcRect l="17003" t="58664" r="30516"/>
          <a:stretch/>
        </p:blipFill>
        <p:spPr>
          <a:xfrm rot="3034235">
            <a:off x="5552238" y="-168260"/>
            <a:ext cx="5681502" cy="2900346"/>
          </a:xfrm>
          <a:prstGeom prst="rect">
            <a:avLst/>
          </a:prstGeom>
          <a:noFill/>
          <a:ln>
            <a:noFill/>
          </a:ln>
        </p:spPr>
      </p:pic>
      <p:sp>
        <p:nvSpPr>
          <p:cNvPr id="47" name="Google Shape;47;p6"/>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One column text">
  <p:cSld name="ONE_COLUMN_TEXT">
    <p:bg>
      <p:bgPr>
        <a:gradFill>
          <a:gsLst>
            <a:gs pos="0">
              <a:schemeClr val="dk2"/>
            </a:gs>
            <a:gs pos="49000">
              <a:schemeClr val="lt1"/>
            </a:gs>
            <a:gs pos="100000">
              <a:schemeClr val="lt1"/>
            </a:gs>
          </a:gsLst>
          <a:lin ang="0" scaled="0"/>
        </a:gradFill>
        <a:effectLst/>
      </p:bgPr>
    </p:bg>
    <p:spTree>
      <p:nvGrpSpPr>
        <p:cNvPr id="1" name="Shape 48"/>
        <p:cNvGrpSpPr/>
        <p:nvPr/>
      </p:nvGrpSpPr>
      <p:grpSpPr>
        <a:xfrm>
          <a:off x="0" y="0"/>
          <a:ext cx="0" cy="0"/>
          <a:chOff x="0" y="0"/>
          <a:chExt cx="0" cy="0"/>
        </a:xfrm>
      </p:grpSpPr>
      <p:sp>
        <p:nvSpPr>
          <p:cNvPr id="49" name="Google Shape;49;p7"/>
          <p:cNvSpPr/>
          <p:nvPr/>
        </p:nvSpPr>
        <p:spPr>
          <a:xfrm>
            <a:off x="6136725" y="445025"/>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0" name="Google Shape;50;p7"/>
          <p:cNvSpPr/>
          <p:nvPr/>
        </p:nvSpPr>
        <p:spPr>
          <a:xfrm>
            <a:off x="-3787050" y="0"/>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51" name="Google Shape;51;p7"/>
          <p:cNvPicPr preferRelativeResize="0"/>
          <p:nvPr/>
        </p:nvPicPr>
        <p:blipFill rotWithShape="1">
          <a:blip r:embed="rId2">
            <a:alphaModFix/>
          </a:blip>
          <a:srcRect l="73069" t="37378"/>
          <a:stretch/>
        </p:blipFill>
        <p:spPr>
          <a:xfrm rot="10800000">
            <a:off x="6477002" y="1133476"/>
            <a:ext cx="2686048" cy="4048124"/>
          </a:xfrm>
          <a:prstGeom prst="rect">
            <a:avLst/>
          </a:prstGeom>
          <a:noFill/>
          <a:ln>
            <a:noFill/>
          </a:ln>
        </p:spPr>
      </p:pic>
      <p:pic>
        <p:nvPicPr>
          <p:cNvPr id="52" name="Google Shape;52;p7"/>
          <p:cNvPicPr preferRelativeResize="0"/>
          <p:nvPr/>
        </p:nvPicPr>
        <p:blipFill rotWithShape="1">
          <a:blip r:embed="rId2">
            <a:alphaModFix/>
          </a:blip>
          <a:srcRect t="52930" r="66631"/>
          <a:stretch/>
        </p:blipFill>
        <p:spPr>
          <a:xfrm rot="-8663236">
            <a:off x="-1197694" y="2144070"/>
            <a:ext cx="3328112" cy="3042784"/>
          </a:xfrm>
          <a:prstGeom prst="rect">
            <a:avLst/>
          </a:prstGeom>
          <a:noFill/>
          <a:ln>
            <a:noFill/>
          </a:ln>
        </p:spPr>
      </p:pic>
      <p:sp>
        <p:nvSpPr>
          <p:cNvPr id="53" name="Google Shape;53;p7"/>
          <p:cNvSpPr txBox="1">
            <a:spLocks noGrp="1"/>
          </p:cNvSpPr>
          <p:nvPr>
            <p:ph type="subTitle" idx="1"/>
          </p:nvPr>
        </p:nvSpPr>
        <p:spPr>
          <a:xfrm>
            <a:off x="720000" y="1935375"/>
            <a:ext cx="4137600" cy="2661000"/>
          </a:xfrm>
          <a:prstGeom prst="rect">
            <a:avLst/>
          </a:prstGeom>
        </p:spPr>
        <p:txBody>
          <a:bodyPr spcFirstLastPara="1" wrap="square" lIns="91425" tIns="91425" rIns="91425" bIns="91425" anchor="t" anchorCtr="0">
            <a:noAutofit/>
          </a:bodyPr>
          <a:lstStyle>
            <a:lvl1pPr lvl="0" rtl="0">
              <a:lnSpc>
                <a:spcPct val="100000"/>
              </a:lnSpc>
              <a:spcBef>
                <a:spcPts val="0"/>
              </a:spcBef>
              <a:spcAft>
                <a:spcPts val="0"/>
              </a:spcAft>
              <a:buClr>
                <a:schemeClr val="lt2"/>
              </a:buClr>
              <a:buSzPts val="1200"/>
              <a:buFont typeface="Bai Jamjuree Light"/>
              <a:buChar char="●"/>
              <a:defRPr sz="1200"/>
            </a:lvl1pPr>
            <a:lvl2pPr lvl="1" algn="ctr" rtl="0">
              <a:lnSpc>
                <a:spcPct val="100000"/>
              </a:lnSpc>
              <a:spcBef>
                <a:spcPts val="0"/>
              </a:spcBef>
              <a:spcAft>
                <a:spcPts val="0"/>
              </a:spcAft>
              <a:buClr>
                <a:srgbClr val="E76A28"/>
              </a:buClr>
              <a:buSzPts val="1400"/>
              <a:buFont typeface="Nunito Light"/>
              <a:buChar char="○"/>
              <a:defRPr/>
            </a:lvl2pPr>
            <a:lvl3pPr lvl="2" algn="ctr" rtl="0">
              <a:lnSpc>
                <a:spcPct val="100000"/>
              </a:lnSpc>
              <a:spcBef>
                <a:spcPts val="0"/>
              </a:spcBef>
              <a:spcAft>
                <a:spcPts val="0"/>
              </a:spcAft>
              <a:buClr>
                <a:srgbClr val="E76A28"/>
              </a:buClr>
              <a:buSzPts val="1400"/>
              <a:buFont typeface="Nunito Light"/>
              <a:buChar char="■"/>
              <a:defRPr/>
            </a:lvl3pPr>
            <a:lvl4pPr lvl="3" algn="ctr" rtl="0">
              <a:lnSpc>
                <a:spcPct val="100000"/>
              </a:lnSpc>
              <a:spcBef>
                <a:spcPts val="0"/>
              </a:spcBef>
              <a:spcAft>
                <a:spcPts val="0"/>
              </a:spcAft>
              <a:buClr>
                <a:srgbClr val="E76A28"/>
              </a:buClr>
              <a:buSzPts val="1400"/>
              <a:buFont typeface="Nunito Light"/>
              <a:buChar char="●"/>
              <a:defRPr/>
            </a:lvl4pPr>
            <a:lvl5pPr lvl="4" algn="ctr" rtl="0">
              <a:lnSpc>
                <a:spcPct val="100000"/>
              </a:lnSpc>
              <a:spcBef>
                <a:spcPts val="0"/>
              </a:spcBef>
              <a:spcAft>
                <a:spcPts val="0"/>
              </a:spcAft>
              <a:buClr>
                <a:srgbClr val="E76A28"/>
              </a:buClr>
              <a:buSzPts val="1400"/>
              <a:buFont typeface="Nunito Light"/>
              <a:buChar char="○"/>
              <a:defRPr/>
            </a:lvl5pPr>
            <a:lvl6pPr lvl="5" algn="ctr" rtl="0">
              <a:lnSpc>
                <a:spcPct val="100000"/>
              </a:lnSpc>
              <a:spcBef>
                <a:spcPts val="0"/>
              </a:spcBef>
              <a:spcAft>
                <a:spcPts val="0"/>
              </a:spcAft>
              <a:buClr>
                <a:srgbClr val="999999"/>
              </a:buClr>
              <a:buSzPts val="1400"/>
              <a:buFont typeface="Nunito Light"/>
              <a:buChar char="■"/>
              <a:defRPr/>
            </a:lvl6pPr>
            <a:lvl7pPr lvl="6" algn="ctr" rtl="0">
              <a:lnSpc>
                <a:spcPct val="100000"/>
              </a:lnSpc>
              <a:spcBef>
                <a:spcPts val="0"/>
              </a:spcBef>
              <a:spcAft>
                <a:spcPts val="0"/>
              </a:spcAft>
              <a:buClr>
                <a:srgbClr val="999999"/>
              </a:buClr>
              <a:buSzPts val="1400"/>
              <a:buFont typeface="Nunito Light"/>
              <a:buChar char="●"/>
              <a:defRPr/>
            </a:lvl7pPr>
            <a:lvl8pPr lvl="7" algn="ctr" rtl="0">
              <a:lnSpc>
                <a:spcPct val="100000"/>
              </a:lnSpc>
              <a:spcBef>
                <a:spcPts val="0"/>
              </a:spcBef>
              <a:spcAft>
                <a:spcPts val="0"/>
              </a:spcAft>
              <a:buClr>
                <a:srgbClr val="999999"/>
              </a:buClr>
              <a:buSzPts val="1400"/>
              <a:buFont typeface="Nunito Light"/>
              <a:buChar char="○"/>
              <a:defRPr/>
            </a:lvl8pPr>
            <a:lvl9pPr lvl="8" algn="ctr" rtl="0">
              <a:lnSpc>
                <a:spcPct val="100000"/>
              </a:lnSpc>
              <a:spcBef>
                <a:spcPts val="0"/>
              </a:spcBef>
              <a:spcAft>
                <a:spcPts val="0"/>
              </a:spcAft>
              <a:buClr>
                <a:srgbClr val="999999"/>
              </a:buClr>
              <a:buSzPts val="1400"/>
              <a:buFont typeface="Nunito Light"/>
              <a:buChar char="■"/>
              <a:defRPr/>
            </a:lvl9pPr>
          </a:lstStyle>
          <a:p>
            <a:endParaRPr/>
          </a:p>
        </p:txBody>
      </p:sp>
      <p:sp>
        <p:nvSpPr>
          <p:cNvPr id="54" name="Google Shape;54;p7"/>
          <p:cNvSpPr txBox="1">
            <a:spLocks noGrp="1"/>
          </p:cNvSpPr>
          <p:nvPr>
            <p:ph type="title"/>
          </p:nvPr>
        </p:nvSpPr>
        <p:spPr>
          <a:xfrm>
            <a:off x="720000" y="445025"/>
            <a:ext cx="4137600" cy="1193400"/>
          </a:xfrm>
          <a:prstGeom prst="rect">
            <a:avLst/>
          </a:prstGeom>
        </p:spPr>
        <p:txBody>
          <a:bodyPr spcFirstLastPara="1" wrap="square" lIns="91425" tIns="91425" rIns="91425" bIns="91425" anchor="t" anchorCtr="0">
            <a:noAutofit/>
          </a:bodyPr>
          <a:lstStyle>
            <a:lvl1pPr lvl="0" rtl="0">
              <a:spcBef>
                <a:spcPts val="0"/>
              </a:spcBef>
              <a:spcAft>
                <a:spcPts val="0"/>
              </a:spcAft>
              <a:buSzPts val="2800"/>
              <a:buNone/>
              <a:defRPr sz="32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55" name="Google Shape;55;p7"/>
          <p:cNvSpPr>
            <a:spLocks noGrp="1"/>
          </p:cNvSpPr>
          <p:nvPr>
            <p:ph type="pic" idx="2"/>
          </p:nvPr>
        </p:nvSpPr>
        <p:spPr>
          <a:xfrm>
            <a:off x="5413200" y="1466550"/>
            <a:ext cx="3002400" cy="3006000"/>
          </a:xfrm>
          <a:prstGeom prst="ellipse">
            <a:avLst/>
          </a:prstGeom>
          <a:noFill/>
          <a:ln>
            <a:no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Main point">
  <p:cSld name="MAIN_POINT">
    <p:bg>
      <p:bgPr>
        <a:gradFill>
          <a:gsLst>
            <a:gs pos="0">
              <a:schemeClr val="lt1"/>
            </a:gs>
            <a:gs pos="49000">
              <a:schemeClr val="lt1"/>
            </a:gs>
            <a:gs pos="100000">
              <a:schemeClr val="dk2"/>
            </a:gs>
          </a:gsLst>
          <a:lin ang="0" scaled="0"/>
        </a:gradFill>
        <a:effectLst/>
      </p:bgPr>
    </p:bg>
    <p:spTree>
      <p:nvGrpSpPr>
        <p:cNvPr id="1" name="Shape 56"/>
        <p:cNvGrpSpPr/>
        <p:nvPr/>
      </p:nvGrpSpPr>
      <p:grpSpPr>
        <a:xfrm>
          <a:off x="0" y="0"/>
          <a:ext cx="0" cy="0"/>
          <a:chOff x="0" y="0"/>
          <a:chExt cx="0" cy="0"/>
        </a:xfrm>
      </p:grpSpPr>
      <p:sp>
        <p:nvSpPr>
          <p:cNvPr id="57" name="Google Shape;57;p8"/>
          <p:cNvSpPr txBox="1">
            <a:spLocks noGrp="1"/>
          </p:cNvSpPr>
          <p:nvPr>
            <p:ph type="title"/>
          </p:nvPr>
        </p:nvSpPr>
        <p:spPr>
          <a:xfrm>
            <a:off x="1824000" y="868050"/>
            <a:ext cx="5496000" cy="3407400"/>
          </a:xfrm>
          <a:prstGeom prst="rect">
            <a:avLst/>
          </a:prstGeom>
        </p:spPr>
        <p:txBody>
          <a:bodyPr spcFirstLastPara="1" wrap="square" lIns="91425" tIns="91425" rIns="91425" bIns="91425" anchor="ctr" anchorCtr="0">
            <a:noAutofit/>
          </a:bodyPr>
          <a:lstStyle>
            <a:lvl1pPr lvl="0" algn="ctr">
              <a:spcBef>
                <a:spcPts val="0"/>
              </a:spcBef>
              <a:spcAft>
                <a:spcPts val="0"/>
              </a:spcAft>
              <a:buSzPts val="4800"/>
              <a:buNone/>
              <a:defRPr sz="4800"/>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a:endParaRPr/>
          </a:p>
        </p:txBody>
      </p:sp>
      <p:sp>
        <p:nvSpPr>
          <p:cNvPr id="58" name="Google Shape;58;p8"/>
          <p:cNvSpPr/>
          <p:nvPr/>
        </p:nvSpPr>
        <p:spPr>
          <a:xfrm flipH="1">
            <a:off x="-3758475" y="-27735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8"/>
          <p:cNvSpPr/>
          <p:nvPr/>
        </p:nvSpPr>
        <p:spPr>
          <a:xfrm flipH="1">
            <a:off x="6479625" y="-323850"/>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bg>
      <p:bgPr>
        <a:gradFill>
          <a:gsLst>
            <a:gs pos="0">
              <a:schemeClr val="dk2"/>
            </a:gs>
            <a:gs pos="38000">
              <a:schemeClr val="lt1"/>
            </a:gs>
            <a:gs pos="100000">
              <a:schemeClr val="lt1"/>
            </a:gs>
          </a:gsLst>
          <a:lin ang="0" scaled="0"/>
        </a:gradFill>
        <a:effectLst/>
      </p:bgPr>
    </p:bg>
    <p:spTree>
      <p:nvGrpSpPr>
        <p:cNvPr id="1" name="Shape 60"/>
        <p:cNvGrpSpPr/>
        <p:nvPr/>
      </p:nvGrpSpPr>
      <p:grpSpPr>
        <a:xfrm>
          <a:off x="0" y="0"/>
          <a:ext cx="0" cy="0"/>
          <a:chOff x="0" y="0"/>
          <a:chExt cx="0" cy="0"/>
        </a:xfrm>
      </p:grpSpPr>
      <p:sp>
        <p:nvSpPr>
          <p:cNvPr id="61" name="Google Shape;61;p9"/>
          <p:cNvSpPr txBox="1">
            <a:spLocks noGrp="1"/>
          </p:cNvSpPr>
          <p:nvPr>
            <p:ph type="title"/>
          </p:nvPr>
        </p:nvSpPr>
        <p:spPr>
          <a:xfrm>
            <a:off x="2549400" y="1169250"/>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62" name="Google Shape;62;p9"/>
          <p:cNvSpPr txBox="1">
            <a:spLocks noGrp="1"/>
          </p:cNvSpPr>
          <p:nvPr>
            <p:ph type="subTitle" idx="1"/>
          </p:nvPr>
        </p:nvSpPr>
        <p:spPr>
          <a:xfrm>
            <a:off x="2549400" y="2739150"/>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14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3" name="Google Shape;63;p9"/>
          <p:cNvSpPr/>
          <p:nvPr/>
        </p:nvSpPr>
        <p:spPr>
          <a:xfrm flipH="1">
            <a:off x="-2218825" y="-312645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 name="Google Shape;64;p9"/>
          <p:cNvSpPr/>
          <p:nvPr/>
        </p:nvSpPr>
        <p:spPr>
          <a:xfrm flipH="1">
            <a:off x="7045300" y="1537725"/>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9"/>
          <p:cNvSpPr/>
          <p:nvPr/>
        </p:nvSpPr>
        <p:spPr>
          <a:xfrm flipH="1">
            <a:off x="-3279800" y="1537725"/>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6"/>
        <p:cNvGrpSpPr/>
        <p:nvPr/>
      </p:nvGrpSpPr>
      <p:grpSpPr>
        <a:xfrm>
          <a:off x="0" y="0"/>
          <a:ext cx="0" cy="0"/>
          <a:chOff x="0" y="0"/>
          <a:chExt cx="0" cy="0"/>
        </a:xfrm>
      </p:grpSpPr>
      <p:sp>
        <p:nvSpPr>
          <p:cNvPr id="67" name="Google Shape;67;p10"/>
          <p:cNvSpPr/>
          <p:nvPr/>
        </p:nvSpPr>
        <p:spPr>
          <a:xfrm>
            <a:off x="6963888" y="2571738"/>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10"/>
          <p:cNvSpPr/>
          <p:nvPr/>
        </p:nvSpPr>
        <p:spPr>
          <a:xfrm>
            <a:off x="4571975" y="-362345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10"/>
          <p:cNvSpPr/>
          <p:nvPr/>
        </p:nvSpPr>
        <p:spPr>
          <a:xfrm>
            <a:off x="40275" y="3731513"/>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10"/>
          <p:cNvSpPr/>
          <p:nvPr/>
        </p:nvSpPr>
        <p:spPr>
          <a:xfrm>
            <a:off x="-1126212" y="-3295662"/>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10"/>
          <p:cNvSpPr txBox="1">
            <a:spLocks noGrp="1"/>
          </p:cNvSpPr>
          <p:nvPr>
            <p:ph type="title"/>
          </p:nvPr>
        </p:nvSpPr>
        <p:spPr>
          <a:xfrm>
            <a:off x="720000" y="4023675"/>
            <a:ext cx="7704000" cy="572700"/>
          </a:xfrm>
          <a:prstGeom prst="rect">
            <a:avLst/>
          </a:prstGeom>
          <a:solidFill>
            <a:schemeClr val="dk1"/>
          </a:solidFill>
        </p:spPr>
        <p:txBody>
          <a:bodyPr spcFirstLastPara="1" wrap="square" lIns="91425" tIns="91425" rIns="91425" bIns="91425" anchor="t" anchorCtr="0">
            <a:noAutofit/>
          </a:bodyPr>
          <a:lstStyle>
            <a:lvl1pPr lvl="0" algn="ctr" rtl="0">
              <a:spcBef>
                <a:spcPts val="0"/>
              </a:spcBef>
              <a:spcAft>
                <a:spcPts val="0"/>
              </a:spcAft>
              <a:buClr>
                <a:schemeClr val="lt1"/>
              </a:buClr>
              <a:buSzPts val="2500"/>
              <a:buNone/>
              <a:defRPr sz="2500">
                <a:solidFill>
                  <a:schemeClr val="lt1"/>
                </a:solidFill>
              </a:defRPr>
            </a:lvl1pPr>
            <a:lvl2pPr lvl="1" rtl="0">
              <a:spcBef>
                <a:spcPts val="0"/>
              </a:spcBef>
              <a:spcAft>
                <a:spcPts val="0"/>
              </a:spcAft>
              <a:buClr>
                <a:schemeClr val="lt1"/>
              </a:buClr>
              <a:buSzPts val="2500"/>
              <a:buNone/>
              <a:defRPr sz="2500">
                <a:solidFill>
                  <a:schemeClr val="lt1"/>
                </a:solidFill>
              </a:defRPr>
            </a:lvl2pPr>
            <a:lvl3pPr lvl="2" rtl="0">
              <a:spcBef>
                <a:spcPts val="0"/>
              </a:spcBef>
              <a:spcAft>
                <a:spcPts val="0"/>
              </a:spcAft>
              <a:buClr>
                <a:schemeClr val="lt1"/>
              </a:buClr>
              <a:buSzPts val="2500"/>
              <a:buNone/>
              <a:defRPr sz="2500">
                <a:solidFill>
                  <a:schemeClr val="lt1"/>
                </a:solidFill>
              </a:defRPr>
            </a:lvl3pPr>
            <a:lvl4pPr lvl="3" rtl="0">
              <a:spcBef>
                <a:spcPts val="0"/>
              </a:spcBef>
              <a:spcAft>
                <a:spcPts val="0"/>
              </a:spcAft>
              <a:buClr>
                <a:schemeClr val="lt1"/>
              </a:buClr>
              <a:buSzPts val="2500"/>
              <a:buNone/>
              <a:defRPr sz="2500">
                <a:solidFill>
                  <a:schemeClr val="lt1"/>
                </a:solidFill>
              </a:defRPr>
            </a:lvl4pPr>
            <a:lvl5pPr lvl="4" rtl="0">
              <a:spcBef>
                <a:spcPts val="0"/>
              </a:spcBef>
              <a:spcAft>
                <a:spcPts val="0"/>
              </a:spcAft>
              <a:buClr>
                <a:schemeClr val="lt1"/>
              </a:buClr>
              <a:buSzPts val="2500"/>
              <a:buNone/>
              <a:defRPr sz="2500">
                <a:solidFill>
                  <a:schemeClr val="lt1"/>
                </a:solidFill>
              </a:defRPr>
            </a:lvl5pPr>
            <a:lvl6pPr lvl="5" rtl="0">
              <a:spcBef>
                <a:spcPts val="0"/>
              </a:spcBef>
              <a:spcAft>
                <a:spcPts val="0"/>
              </a:spcAft>
              <a:buClr>
                <a:schemeClr val="lt1"/>
              </a:buClr>
              <a:buSzPts val="2500"/>
              <a:buNone/>
              <a:defRPr sz="2500">
                <a:solidFill>
                  <a:schemeClr val="lt1"/>
                </a:solidFill>
              </a:defRPr>
            </a:lvl6pPr>
            <a:lvl7pPr lvl="6" rtl="0">
              <a:spcBef>
                <a:spcPts val="0"/>
              </a:spcBef>
              <a:spcAft>
                <a:spcPts val="0"/>
              </a:spcAft>
              <a:buClr>
                <a:schemeClr val="lt1"/>
              </a:buClr>
              <a:buSzPts val="2500"/>
              <a:buNone/>
              <a:defRPr sz="2500">
                <a:solidFill>
                  <a:schemeClr val="lt1"/>
                </a:solidFill>
              </a:defRPr>
            </a:lvl7pPr>
            <a:lvl8pPr lvl="7" rtl="0">
              <a:spcBef>
                <a:spcPts val="0"/>
              </a:spcBef>
              <a:spcAft>
                <a:spcPts val="0"/>
              </a:spcAft>
              <a:buClr>
                <a:schemeClr val="lt1"/>
              </a:buClr>
              <a:buSzPts val="2500"/>
              <a:buNone/>
              <a:defRPr sz="2500">
                <a:solidFill>
                  <a:schemeClr val="lt1"/>
                </a:solidFill>
              </a:defRPr>
            </a:lvl8pPr>
            <a:lvl9pPr lvl="8" rtl="0">
              <a:spcBef>
                <a:spcPts val="0"/>
              </a:spcBef>
              <a:spcAft>
                <a:spcPts val="0"/>
              </a:spcAft>
              <a:buClr>
                <a:schemeClr val="lt1"/>
              </a:buClr>
              <a:buSzPts val="2500"/>
              <a:buNone/>
              <a:defRPr sz="2500">
                <a:solidFill>
                  <a:schemeClr val="lt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noFill/>
        <a:effectLst/>
      </p:bgPr>
    </p:bg>
    <p:spTree>
      <p:nvGrpSpPr>
        <p:cNvPr id="1" name="Shape 82"/>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ackground">
  <p:cSld name="CUSTOM_8">
    <p:bg>
      <p:bgPr>
        <a:gradFill>
          <a:gsLst>
            <a:gs pos="0">
              <a:schemeClr val="lt1"/>
            </a:gs>
            <a:gs pos="88000">
              <a:schemeClr val="dk2"/>
            </a:gs>
            <a:gs pos="100000">
              <a:schemeClr val="dk2"/>
            </a:gs>
          </a:gsLst>
          <a:lin ang="0" scaled="0"/>
        </a:gradFill>
        <a:effectLst/>
      </p:bgPr>
    </p:bg>
    <p:spTree>
      <p:nvGrpSpPr>
        <p:cNvPr id="1" name="Shape 199"/>
        <p:cNvGrpSpPr/>
        <p:nvPr/>
      </p:nvGrpSpPr>
      <p:grpSpPr>
        <a:xfrm>
          <a:off x="0" y="0"/>
          <a:ext cx="0" cy="0"/>
          <a:chOff x="0" y="0"/>
          <a:chExt cx="0" cy="0"/>
        </a:xfrm>
      </p:grpSpPr>
      <p:sp>
        <p:nvSpPr>
          <p:cNvPr id="200" name="Google Shape;200;p23"/>
          <p:cNvSpPr/>
          <p:nvPr/>
        </p:nvSpPr>
        <p:spPr>
          <a:xfrm rot="10800000" flipH="1">
            <a:off x="6702400" y="-2410950"/>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1" name="Google Shape;201;p23"/>
          <p:cNvSpPr/>
          <p:nvPr/>
        </p:nvSpPr>
        <p:spPr>
          <a:xfrm rot="10800000" flipH="1">
            <a:off x="-3273975" y="187300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2" name="Google Shape;202;p23"/>
          <p:cNvPicPr preferRelativeResize="0"/>
          <p:nvPr/>
        </p:nvPicPr>
        <p:blipFill rotWithShape="1">
          <a:blip r:embed="rId2">
            <a:alphaModFix/>
          </a:blip>
          <a:srcRect l="17259" t="62109" r="31066"/>
          <a:stretch/>
        </p:blipFill>
        <p:spPr>
          <a:xfrm rot="-4812664">
            <a:off x="-1935956" y="1167554"/>
            <a:ext cx="5594309" cy="2658618"/>
          </a:xfrm>
          <a:prstGeom prst="rect">
            <a:avLst/>
          </a:prstGeom>
          <a:noFill/>
          <a:ln>
            <a:noFill/>
          </a:ln>
        </p:spPr>
      </p:pic>
      <p:pic>
        <p:nvPicPr>
          <p:cNvPr id="203" name="Google Shape;203;p23"/>
          <p:cNvPicPr preferRelativeResize="0"/>
          <p:nvPr/>
        </p:nvPicPr>
        <p:blipFill rotWithShape="1">
          <a:blip r:embed="rId2">
            <a:alphaModFix/>
          </a:blip>
          <a:srcRect l="45984" t="64846" r="5514"/>
          <a:stretch/>
        </p:blipFill>
        <p:spPr>
          <a:xfrm rot="3319552" flipH="1">
            <a:off x="6042393" y="166233"/>
            <a:ext cx="5250689" cy="2466588"/>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ackground 1">
  <p:cSld name="CUSTOM_8_1">
    <p:bg>
      <p:bgPr>
        <a:gradFill>
          <a:gsLst>
            <a:gs pos="0">
              <a:schemeClr val="lt1"/>
            </a:gs>
            <a:gs pos="88000">
              <a:schemeClr val="dk2"/>
            </a:gs>
            <a:gs pos="100000">
              <a:schemeClr val="dk2"/>
            </a:gs>
          </a:gsLst>
          <a:lin ang="10800025" scaled="0"/>
        </a:gradFill>
        <a:effectLst/>
      </p:bgPr>
    </p:bg>
    <p:spTree>
      <p:nvGrpSpPr>
        <p:cNvPr id="1" name="Shape 204"/>
        <p:cNvGrpSpPr/>
        <p:nvPr/>
      </p:nvGrpSpPr>
      <p:grpSpPr>
        <a:xfrm>
          <a:off x="0" y="0"/>
          <a:ext cx="0" cy="0"/>
          <a:chOff x="0" y="0"/>
          <a:chExt cx="0" cy="0"/>
        </a:xfrm>
      </p:grpSpPr>
      <p:sp>
        <p:nvSpPr>
          <p:cNvPr id="205" name="Google Shape;205;p24"/>
          <p:cNvSpPr/>
          <p:nvPr/>
        </p:nvSpPr>
        <p:spPr>
          <a:xfrm rot="10800000" flipH="1">
            <a:off x="6283300" y="2484900"/>
            <a:ext cx="5698200" cy="5698200"/>
          </a:xfrm>
          <a:prstGeom prst="ellipse">
            <a:avLst/>
          </a:prstGeom>
          <a:gradFill>
            <a:gsLst>
              <a:gs pos="0">
                <a:schemeClr val="accent1"/>
              </a:gs>
              <a:gs pos="69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6" name="Google Shape;206;p24"/>
          <p:cNvSpPr/>
          <p:nvPr/>
        </p:nvSpPr>
        <p:spPr>
          <a:xfrm rot="10800000" flipH="1">
            <a:off x="-2721525" y="-3842000"/>
            <a:ext cx="5698200" cy="5698200"/>
          </a:xfrm>
          <a:prstGeom prst="ellipse">
            <a:avLst/>
          </a:prstGeom>
          <a:gradFill>
            <a:gsLst>
              <a:gs pos="0">
                <a:schemeClr val="lt2"/>
              </a:gs>
              <a:gs pos="72000">
                <a:srgbClr val="FFFFFF">
                  <a:alpha val="0"/>
                </a:srgbClr>
              </a:gs>
              <a:gs pos="100000">
                <a:srgbClr val="FFFFFF">
                  <a:alpha val="0"/>
                </a:srgbClr>
              </a:gs>
            </a:gsLst>
            <a:path path="circle">
              <a:fillToRect l="50000" t="50000" r="50000" b="50000"/>
            </a:path>
            <a:tileRect/>
          </a:gra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07" name="Google Shape;207;p24"/>
          <p:cNvPicPr preferRelativeResize="0"/>
          <p:nvPr/>
        </p:nvPicPr>
        <p:blipFill rotWithShape="1">
          <a:blip r:embed="rId2">
            <a:alphaModFix/>
          </a:blip>
          <a:srcRect l="42618" r="9694" b="68417"/>
          <a:stretch/>
        </p:blipFill>
        <p:spPr>
          <a:xfrm rot="5400000">
            <a:off x="-1492326" y="1454227"/>
            <a:ext cx="5162552" cy="2215999"/>
          </a:xfrm>
          <a:prstGeom prst="rect">
            <a:avLst/>
          </a:prstGeom>
          <a:noFill/>
          <a:ln>
            <a:noFill/>
          </a:ln>
        </p:spPr>
      </p:pic>
      <p:pic>
        <p:nvPicPr>
          <p:cNvPr id="208" name="Google Shape;208;p24"/>
          <p:cNvPicPr preferRelativeResize="0"/>
          <p:nvPr/>
        </p:nvPicPr>
        <p:blipFill rotWithShape="1">
          <a:blip r:embed="rId2">
            <a:alphaModFix/>
          </a:blip>
          <a:srcRect l="38049" t="62927" r="8965"/>
          <a:stretch/>
        </p:blipFill>
        <p:spPr>
          <a:xfrm rot="6445410">
            <a:off x="5682421" y="1508321"/>
            <a:ext cx="5736257" cy="260128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713250" y="445025"/>
            <a:ext cx="77175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Font typeface="Phudu SemiBold"/>
              <a:buNone/>
              <a:defRPr sz="2800">
                <a:solidFill>
                  <a:schemeClr val="dk1"/>
                </a:solidFill>
                <a:latin typeface="Phudu SemiBold"/>
                <a:ea typeface="Phudu SemiBold"/>
                <a:cs typeface="Phudu SemiBold"/>
                <a:sym typeface="Phudu SemiBold"/>
              </a:defRPr>
            </a:lvl1pPr>
            <a:lvl2pPr lvl="1">
              <a:spcBef>
                <a:spcPts val="0"/>
              </a:spcBef>
              <a:spcAft>
                <a:spcPts val="0"/>
              </a:spcAft>
              <a:buClr>
                <a:schemeClr val="dk1"/>
              </a:buClr>
              <a:buSzPts val="2800"/>
              <a:buFont typeface="Phudu SemiBold"/>
              <a:buNone/>
              <a:defRPr sz="2800">
                <a:solidFill>
                  <a:schemeClr val="dk1"/>
                </a:solidFill>
                <a:latin typeface="Phudu SemiBold"/>
                <a:ea typeface="Phudu SemiBold"/>
                <a:cs typeface="Phudu SemiBold"/>
                <a:sym typeface="Phudu SemiBold"/>
              </a:defRPr>
            </a:lvl2pPr>
            <a:lvl3pPr lvl="2">
              <a:spcBef>
                <a:spcPts val="0"/>
              </a:spcBef>
              <a:spcAft>
                <a:spcPts val="0"/>
              </a:spcAft>
              <a:buClr>
                <a:schemeClr val="dk1"/>
              </a:buClr>
              <a:buSzPts val="2800"/>
              <a:buFont typeface="Phudu SemiBold"/>
              <a:buNone/>
              <a:defRPr sz="2800">
                <a:solidFill>
                  <a:schemeClr val="dk1"/>
                </a:solidFill>
                <a:latin typeface="Phudu SemiBold"/>
                <a:ea typeface="Phudu SemiBold"/>
                <a:cs typeface="Phudu SemiBold"/>
                <a:sym typeface="Phudu SemiBold"/>
              </a:defRPr>
            </a:lvl3pPr>
            <a:lvl4pPr lvl="3">
              <a:spcBef>
                <a:spcPts val="0"/>
              </a:spcBef>
              <a:spcAft>
                <a:spcPts val="0"/>
              </a:spcAft>
              <a:buClr>
                <a:schemeClr val="dk1"/>
              </a:buClr>
              <a:buSzPts val="2800"/>
              <a:buFont typeface="Phudu SemiBold"/>
              <a:buNone/>
              <a:defRPr sz="2800">
                <a:solidFill>
                  <a:schemeClr val="dk1"/>
                </a:solidFill>
                <a:latin typeface="Phudu SemiBold"/>
                <a:ea typeface="Phudu SemiBold"/>
                <a:cs typeface="Phudu SemiBold"/>
                <a:sym typeface="Phudu SemiBold"/>
              </a:defRPr>
            </a:lvl4pPr>
            <a:lvl5pPr lvl="4">
              <a:spcBef>
                <a:spcPts val="0"/>
              </a:spcBef>
              <a:spcAft>
                <a:spcPts val="0"/>
              </a:spcAft>
              <a:buClr>
                <a:schemeClr val="dk1"/>
              </a:buClr>
              <a:buSzPts val="2800"/>
              <a:buFont typeface="Phudu SemiBold"/>
              <a:buNone/>
              <a:defRPr sz="2800">
                <a:solidFill>
                  <a:schemeClr val="dk1"/>
                </a:solidFill>
                <a:latin typeface="Phudu SemiBold"/>
                <a:ea typeface="Phudu SemiBold"/>
                <a:cs typeface="Phudu SemiBold"/>
                <a:sym typeface="Phudu SemiBold"/>
              </a:defRPr>
            </a:lvl5pPr>
            <a:lvl6pPr lvl="5">
              <a:spcBef>
                <a:spcPts val="0"/>
              </a:spcBef>
              <a:spcAft>
                <a:spcPts val="0"/>
              </a:spcAft>
              <a:buClr>
                <a:schemeClr val="dk1"/>
              </a:buClr>
              <a:buSzPts val="2800"/>
              <a:buFont typeface="Phudu SemiBold"/>
              <a:buNone/>
              <a:defRPr sz="2800">
                <a:solidFill>
                  <a:schemeClr val="dk1"/>
                </a:solidFill>
                <a:latin typeface="Phudu SemiBold"/>
                <a:ea typeface="Phudu SemiBold"/>
                <a:cs typeface="Phudu SemiBold"/>
                <a:sym typeface="Phudu SemiBold"/>
              </a:defRPr>
            </a:lvl6pPr>
            <a:lvl7pPr lvl="6">
              <a:spcBef>
                <a:spcPts val="0"/>
              </a:spcBef>
              <a:spcAft>
                <a:spcPts val="0"/>
              </a:spcAft>
              <a:buClr>
                <a:schemeClr val="dk1"/>
              </a:buClr>
              <a:buSzPts val="2800"/>
              <a:buFont typeface="Phudu SemiBold"/>
              <a:buNone/>
              <a:defRPr sz="2800">
                <a:solidFill>
                  <a:schemeClr val="dk1"/>
                </a:solidFill>
                <a:latin typeface="Phudu SemiBold"/>
                <a:ea typeface="Phudu SemiBold"/>
                <a:cs typeface="Phudu SemiBold"/>
                <a:sym typeface="Phudu SemiBold"/>
              </a:defRPr>
            </a:lvl7pPr>
            <a:lvl8pPr lvl="7">
              <a:spcBef>
                <a:spcPts val="0"/>
              </a:spcBef>
              <a:spcAft>
                <a:spcPts val="0"/>
              </a:spcAft>
              <a:buClr>
                <a:schemeClr val="dk1"/>
              </a:buClr>
              <a:buSzPts val="2800"/>
              <a:buFont typeface="Phudu SemiBold"/>
              <a:buNone/>
              <a:defRPr sz="2800">
                <a:solidFill>
                  <a:schemeClr val="dk1"/>
                </a:solidFill>
                <a:latin typeface="Phudu SemiBold"/>
                <a:ea typeface="Phudu SemiBold"/>
                <a:cs typeface="Phudu SemiBold"/>
                <a:sym typeface="Phudu SemiBold"/>
              </a:defRPr>
            </a:lvl8pPr>
            <a:lvl9pPr lvl="8">
              <a:spcBef>
                <a:spcPts val="0"/>
              </a:spcBef>
              <a:spcAft>
                <a:spcPts val="0"/>
              </a:spcAft>
              <a:buClr>
                <a:schemeClr val="dk1"/>
              </a:buClr>
              <a:buSzPts val="2800"/>
              <a:buFont typeface="Phudu SemiBold"/>
              <a:buNone/>
              <a:defRPr sz="2800">
                <a:solidFill>
                  <a:schemeClr val="dk1"/>
                </a:solidFill>
                <a:latin typeface="Phudu SemiBold"/>
                <a:ea typeface="Phudu SemiBold"/>
                <a:cs typeface="Phudu SemiBold"/>
                <a:sym typeface="Phudu SemiBold"/>
              </a:defRPr>
            </a:lvl9pPr>
          </a:lstStyle>
          <a:p>
            <a:endParaRPr/>
          </a:p>
        </p:txBody>
      </p:sp>
      <p:sp>
        <p:nvSpPr>
          <p:cNvPr id="7" name="Google Shape;7;p1"/>
          <p:cNvSpPr txBox="1">
            <a:spLocks noGrp="1"/>
          </p:cNvSpPr>
          <p:nvPr>
            <p:ph type="body" idx="1"/>
          </p:nvPr>
        </p:nvSpPr>
        <p:spPr>
          <a:xfrm>
            <a:off x="713250" y="1152475"/>
            <a:ext cx="7717500" cy="3416400"/>
          </a:xfrm>
          <a:prstGeom prst="rect">
            <a:avLst/>
          </a:prstGeom>
          <a:noFill/>
          <a:ln>
            <a:noFill/>
          </a:ln>
        </p:spPr>
        <p:txBody>
          <a:bodyPr spcFirstLastPara="1" wrap="square" lIns="91425" tIns="91425" rIns="91425" bIns="91425" anchor="t" anchorCtr="0">
            <a:noAutofit/>
          </a:bodyPr>
          <a:lstStyle>
            <a:lvl1pPr marL="457200" lvl="0" indent="-317500">
              <a:lnSpc>
                <a:spcPct val="115000"/>
              </a:lnSpc>
              <a:spcBef>
                <a:spcPts val="0"/>
              </a:spcBef>
              <a:spcAft>
                <a:spcPts val="0"/>
              </a:spcAft>
              <a:buClr>
                <a:schemeClr val="dk1"/>
              </a:buClr>
              <a:buSzPts val="1400"/>
              <a:buFont typeface="Bai Jamjuree"/>
              <a:buChar char="●"/>
              <a:defRPr>
                <a:solidFill>
                  <a:schemeClr val="dk1"/>
                </a:solidFill>
                <a:latin typeface="Bai Jamjuree"/>
                <a:ea typeface="Bai Jamjuree"/>
                <a:cs typeface="Bai Jamjuree"/>
                <a:sym typeface="Bai Jamjuree"/>
              </a:defRPr>
            </a:lvl1pPr>
            <a:lvl2pPr marL="914400" lvl="1" indent="-317500">
              <a:lnSpc>
                <a:spcPct val="115000"/>
              </a:lnSpc>
              <a:spcBef>
                <a:spcPts val="0"/>
              </a:spcBef>
              <a:spcAft>
                <a:spcPts val="0"/>
              </a:spcAft>
              <a:buClr>
                <a:schemeClr val="dk1"/>
              </a:buClr>
              <a:buSzPts val="1400"/>
              <a:buFont typeface="Bai Jamjuree"/>
              <a:buChar char="○"/>
              <a:defRPr>
                <a:solidFill>
                  <a:schemeClr val="dk1"/>
                </a:solidFill>
                <a:latin typeface="Bai Jamjuree"/>
                <a:ea typeface="Bai Jamjuree"/>
                <a:cs typeface="Bai Jamjuree"/>
                <a:sym typeface="Bai Jamjuree"/>
              </a:defRPr>
            </a:lvl2pPr>
            <a:lvl3pPr marL="1371600" lvl="2" indent="-317500">
              <a:lnSpc>
                <a:spcPct val="115000"/>
              </a:lnSpc>
              <a:spcBef>
                <a:spcPts val="0"/>
              </a:spcBef>
              <a:spcAft>
                <a:spcPts val="0"/>
              </a:spcAft>
              <a:buClr>
                <a:schemeClr val="dk1"/>
              </a:buClr>
              <a:buSzPts val="1400"/>
              <a:buFont typeface="Bai Jamjuree"/>
              <a:buChar char="■"/>
              <a:defRPr>
                <a:solidFill>
                  <a:schemeClr val="dk1"/>
                </a:solidFill>
                <a:latin typeface="Bai Jamjuree"/>
                <a:ea typeface="Bai Jamjuree"/>
                <a:cs typeface="Bai Jamjuree"/>
                <a:sym typeface="Bai Jamjuree"/>
              </a:defRPr>
            </a:lvl3pPr>
            <a:lvl4pPr marL="1828800" lvl="3" indent="-317500">
              <a:lnSpc>
                <a:spcPct val="115000"/>
              </a:lnSpc>
              <a:spcBef>
                <a:spcPts val="0"/>
              </a:spcBef>
              <a:spcAft>
                <a:spcPts val="0"/>
              </a:spcAft>
              <a:buClr>
                <a:schemeClr val="dk1"/>
              </a:buClr>
              <a:buSzPts val="1400"/>
              <a:buFont typeface="Bai Jamjuree"/>
              <a:buChar char="●"/>
              <a:defRPr>
                <a:solidFill>
                  <a:schemeClr val="dk1"/>
                </a:solidFill>
                <a:latin typeface="Bai Jamjuree"/>
                <a:ea typeface="Bai Jamjuree"/>
                <a:cs typeface="Bai Jamjuree"/>
                <a:sym typeface="Bai Jamjuree"/>
              </a:defRPr>
            </a:lvl4pPr>
            <a:lvl5pPr marL="2286000" lvl="4" indent="-317500">
              <a:lnSpc>
                <a:spcPct val="115000"/>
              </a:lnSpc>
              <a:spcBef>
                <a:spcPts val="0"/>
              </a:spcBef>
              <a:spcAft>
                <a:spcPts val="0"/>
              </a:spcAft>
              <a:buClr>
                <a:schemeClr val="dk1"/>
              </a:buClr>
              <a:buSzPts val="1400"/>
              <a:buFont typeface="Bai Jamjuree"/>
              <a:buChar char="○"/>
              <a:defRPr>
                <a:solidFill>
                  <a:schemeClr val="dk1"/>
                </a:solidFill>
                <a:latin typeface="Bai Jamjuree"/>
                <a:ea typeface="Bai Jamjuree"/>
                <a:cs typeface="Bai Jamjuree"/>
                <a:sym typeface="Bai Jamjuree"/>
              </a:defRPr>
            </a:lvl5pPr>
            <a:lvl6pPr marL="2743200" lvl="5" indent="-317500">
              <a:lnSpc>
                <a:spcPct val="115000"/>
              </a:lnSpc>
              <a:spcBef>
                <a:spcPts val="0"/>
              </a:spcBef>
              <a:spcAft>
                <a:spcPts val="0"/>
              </a:spcAft>
              <a:buClr>
                <a:schemeClr val="dk1"/>
              </a:buClr>
              <a:buSzPts val="1400"/>
              <a:buFont typeface="Bai Jamjuree"/>
              <a:buChar char="■"/>
              <a:defRPr>
                <a:solidFill>
                  <a:schemeClr val="dk1"/>
                </a:solidFill>
                <a:latin typeface="Bai Jamjuree"/>
                <a:ea typeface="Bai Jamjuree"/>
                <a:cs typeface="Bai Jamjuree"/>
                <a:sym typeface="Bai Jamjuree"/>
              </a:defRPr>
            </a:lvl6pPr>
            <a:lvl7pPr marL="3200400" lvl="6" indent="-317500">
              <a:lnSpc>
                <a:spcPct val="115000"/>
              </a:lnSpc>
              <a:spcBef>
                <a:spcPts val="0"/>
              </a:spcBef>
              <a:spcAft>
                <a:spcPts val="0"/>
              </a:spcAft>
              <a:buClr>
                <a:schemeClr val="dk1"/>
              </a:buClr>
              <a:buSzPts val="1400"/>
              <a:buFont typeface="Bai Jamjuree"/>
              <a:buChar char="●"/>
              <a:defRPr>
                <a:solidFill>
                  <a:schemeClr val="dk1"/>
                </a:solidFill>
                <a:latin typeface="Bai Jamjuree"/>
                <a:ea typeface="Bai Jamjuree"/>
                <a:cs typeface="Bai Jamjuree"/>
                <a:sym typeface="Bai Jamjuree"/>
              </a:defRPr>
            </a:lvl7pPr>
            <a:lvl8pPr marL="3657600" lvl="7" indent="-317500">
              <a:lnSpc>
                <a:spcPct val="115000"/>
              </a:lnSpc>
              <a:spcBef>
                <a:spcPts val="0"/>
              </a:spcBef>
              <a:spcAft>
                <a:spcPts val="0"/>
              </a:spcAft>
              <a:buClr>
                <a:schemeClr val="dk1"/>
              </a:buClr>
              <a:buSzPts val="1400"/>
              <a:buFont typeface="Bai Jamjuree"/>
              <a:buChar char="○"/>
              <a:defRPr>
                <a:solidFill>
                  <a:schemeClr val="dk1"/>
                </a:solidFill>
                <a:latin typeface="Bai Jamjuree"/>
                <a:ea typeface="Bai Jamjuree"/>
                <a:cs typeface="Bai Jamjuree"/>
                <a:sym typeface="Bai Jamjuree"/>
              </a:defRPr>
            </a:lvl8pPr>
            <a:lvl9pPr marL="4114800" lvl="8" indent="-317500">
              <a:lnSpc>
                <a:spcPct val="115000"/>
              </a:lnSpc>
              <a:spcBef>
                <a:spcPts val="0"/>
              </a:spcBef>
              <a:spcAft>
                <a:spcPts val="0"/>
              </a:spcAft>
              <a:buClr>
                <a:schemeClr val="dk1"/>
              </a:buClr>
              <a:buSzPts val="1400"/>
              <a:buFont typeface="Bai Jamjuree"/>
              <a:buChar char="■"/>
              <a:defRPr>
                <a:solidFill>
                  <a:schemeClr val="dk1"/>
                </a:solidFill>
                <a:latin typeface="Bai Jamjuree"/>
                <a:ea typeface="Bai Jamjuree"/>
                <a:cs typeface="Bai Jamjuree"/>
                <a:sym typeface="Bai Jamjuree"/>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52" r:id="rId2"/>
    <p:sldLayoutId id="2147483653" r:id="rId3"/>
    <p:sldLayoutId id="2147483654" r:id="rId4"/>
    <p:sldLayoutId id="2147483655" r:id="rId5"/>
    <p:sldLayoutId id="2147483656" r:id="rId6"/>
    <p:sldLayoutId id="2147483658" r:id="rId7"/>
    <p:sldLayoutId id="2147483669" r:id="rId8"/>
    <p:sldLayoutId id="2147483670" r:id="rId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8.xml"/><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9.xml"/><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a:gsLst>
            <a:gs pos="0">
              <a:schemeClr val="lt1"/>
            </a:gs>
            <a:gs pos="19000">
              <a:schemeClr val="lt1"/>
            </a:gs>
            <a:gs pos="82000">
              <a:schemeClr val="lt1"/>
            </a:gs>
            <a:gs pos="100000">
              <a:srgbClr val="7D0000"/>
            </a:gs>
          </a:gsLst>
          <a:lin ang="0" scaled="0"/>
        </a:gradFill>
        <a:effectLst/>
      </p:bgPr>
    </p:bg>
    <p:spTree>
      <p:nvGrpSpPr>
        <p:cNvPr id="1" name="Shape 223"/>
        <p:cNvGrpSpPr/>
        <p:nvPr/>
      </p:nvGrpSpPr>
      <p:grpSpPr>
        <a:xfrm>
          <a:off x="0" y="0"/>
          <a:ext cx="0" cy="0"/>
          <a:chOff x="0" y="0"/>
          <a:chExt cx="0" cy="0"/>
        </a:xfrm>
      </p:grpSpPr>
      <p:pic>
        <p:nvPicPr>
          <p:cNvPr id="224" name="Google Shape;224;p29"/>
          <p:cNvPicPr preferRelativeResize="0"/>
          <p:nvPr/>
        </p:nvPicPr>
        <p:blipFill rotWithShape="1">
          <a:blip r:embed="rId3">
            <a:alphaModFix/>
          </a:blip>
          <a:srcRect l="37412" t="1598" r="14872" b="57940"/>
          <a:stretch/>
        </p:blipFill>
        <p:spPr>
          <a:xfrm rot="-5400000">
            <a:off x="5174448" y="1152150"/>
            <a:ext cx="5165476" cy="2839200"/>
          </a:xfrm>
          <a:prstGeom prst="rect">
            <a:avLst/>
          </a:prstGeom>
          <a:noFill/>
          <a:ln>
            <a:noFill/>
          </a:ln>
        </p:spPr>
      </p:pic>
      <p:sp>
        <p:nvSpPr>
          <p:cNvPr id="225" name="Google Shape;225;p29"/>
          <p:cNvSpPr txBox="1">
            <a:spLocks noGrp="1"/>
          </p:cNvSpPr>
          <p:nvPr>
            <p:ph type="ctrTitle"/>
          </p:nvPr>
        </p:nvSpPr>
        <p:spPr>
          <a:xfrm>
            <a:off x="859958" y="1134101"/>
            <a:ext cx="7008375" cy="2580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IN" sz="3200" dirty="0">
                <a:solidFill>
                  <a:schemeClr val="accent1"/>
                </a:solidFill>
                <a:latin typeface="Times New Roman" panose="02020603050405020304" pitchFamily="18" charset="0"/>
                <a:cs typeface="Times New Roman" panose="02020603050405020304" pitchFamily="18" charset="0"/>
              </a:rPr>
              <a:t>IMPROVING ADABOOST-BASED INTRUSION DETECTION SYSTEM PERFORMANCE ON CIC-IDS 2018 DATASET</a:t>
            </a:r>
            <a:endParaRPr sz="3200" dirty="0">
              <a:solidFill>
                <a:schemeClr val="accent1"/>
              </a:solidFill>
              <a:latin typeface="Times New Roman" panose="02020603050405020304" pitchFamily="18" charset="0"/>
              <a:cs typeface="Times New Roman" panose="02020603050405020304" pitchFamily="18" charset="0"/>
            </a:endParaRPr>
          </a:p>
        </p:txBody>
      </p:sp>
      <p:sp>
        <p:nvSpPr>
          <p:cNvPr id="226" name="Google Shape;226;p29"/>
          <p:cNvSpPr txBox="1">
            <a:spLocks noGrp="1"/>
          </p:cNvSpPr>
          <p:nvPr>
            <p:ph type="subTitle" idx="1"/>
          </p:nvPr>
        </p:nvSpPr>
        <p:spPr>
          <a:xfrm>
            <a:off x="3765812" y="3914175"/>
            <a:ext cx="5467441" cy="1059150"/>
          </a:xfrm>
          <a:prstGeom prst="rect">
            <a:avLst/>
          </a:prstGeom>
        </p:spPr>
        <p:txBody>
          <a:bodyPr spcFirstLastPara="1" wrap="square" lIns="91425" tIns="91425" rIns="91425" bIns="91425" anchor="t" anchorCtr="0">
            <a:noAutofit/>
          </a:bodyPr>
          <a:lstStyle/>
          <a:p>
            <a:pPr marL="0" lvl="0" indent="0" algn="just" rtl="0">
              <a:spcBef>
                <a:spcPts val="0"/>
              </a:spcBef>
              <a:spcAft>
                <a:spcPts val="0"/>
              </a:spcAft>
              <a:buNone/>
            </a:pPr>
            <a:r>
              <a:rPr lang="en-IN" dirty="0">
                <a:latin typeface="Times New Roman" panose="02020603050405020304" pitchFamily="18" charset="0"/>
                <a:cs typeface="Times New Roman" panose="02020603050405020304" pitchFamily="18" charset="0"/>
              </a:rPr>
              <a:t>22MIA1142 – SUJANA S</a:t>
            </a:r>
          </a:p>
          <a:p>
            <a:pPr marL="0" lvl="0" indent="0" algn="just" rtl="0">
              <a:spcBef>
                <a:spcPts val="0"/>
              </a:spcBef>
              <a:spcAft>
                <a:spcPts val="0"/>
              </a:spcAft>
              <a:buNone/>
            </a:pPr>
            <a:r>
              <a:rPr lang="en-IN" dirty="0">
                <a:latin typeface="Times New Roman" panose="02020603050405020304" pitchFamily="18" charset="0"/>
                <a:cs typeface="Times New Roman" panose="02020603050405020304" pitchFamily="18" charset="0"/>
              </a:rPr>
              <a:t>22MIA1159 – DAPHNI MICHELLE B</a:t>
            </a:r>
          </a:p>
          <a:p>
            <a:pPr marL="0" lvl="0" indent="0" algn="just" rtl="0">
              <a:spcBef>
                <a:spcPts val="0"/>
              </a:spcBef>
              <a:spcAft>
                <a:spcPts val="0"/>
              </a:spcAft>
              <a:buNone/>
            </a:pPr>
            <a:r>
              <a:rPr lang="en-IN" dirty="0">
                <a:latin typeface="Times New Roman" panose="02020603050405020304" pitchFamily="18" charset="0"/>
                <a:cs typeface="Times New Roman" panose="02020603050405020304" pitchFamily="18" charset="0"/>
              </a:rPr>
              <a:t>22MIA1167 – SREE DARSHNE J</a:t>
            </a:r>
            <a:endParaRPr dirty="0">
              <a:latin typeface="Times New Roman" panose="02020603050405020304" pitchFamily="18" charset="0"/>
              <a:cs typeface="Times New Roman" panose="02020603050405020304" pitchFamily="18" charset="0"/>
            </a:endParaRPr>
          </a:p>
        </p:txBody>
      </p:sp>
      <p:pic>
        <p:nvPicPr>
          <p:cNvPr id="2" name="Picture 1">
            <a:extLst>
              <a:ext uri="{FF2B5EF4-FFF2-40B4-BE49-F238E27FC236}">
                <a16:creationId xmlns:a16="http://schemas.microsoft.com/office/drawing/2014/main" id="{3422F9A4-9E57-D08E-DC54-227546E80F19}"/>
              </a:ext>
            </a:extLst>
          </p:cNvPr>
          <p:cNvPicPr>
            <a:picLocks noChangeAspect="1"/>
          </p:cNvPicPr>
          <p:nvPr/>
        </p:nvPicPr>
        <p:blipFill>
          <a:blip r:embed="rId4"/>
          <a:stretch>
            <a:fillRect/>
          </a:stretch>
        </p:blipFill>
        <p:spPr bwMode="auto">
          <a:xfrm>
            <a:off x="2600319" y="70294"/>
            <a:ext cx="3363919" cy="135850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chemeClr val="dk2"/>
            </a:gs>
            <a:gs pos="49000">
              <a:schemeClr val="lt1"/>
            </a:gs>
            <a:gs pos="100000">
              <a:schemeClr val="lt1"/>
            </a:gs>
          </a:gsLst>
          <a:lin ang="0" scaled="0"/>
        </a:gradFill>
        <a:effectLst/>
      </p:bgPr>
    </p:bg>
    <p:spTree>
      <p:nvGrpSpPr>
        <p:cNvPr id="1" name="Shape 230"/>
        <p:cNvGrpSpPr/>
        <p:nvPr/>
      </p:nvGrpSpPr>
      <p:grpSpPr>
        <a:xfrm>
          <a:off x="0" y="0"/>
          <a:ext cx="0" cy="0"/>
          <a:chOff x="0" y="0"/>
          <a:chExt cx="0" cy="0"/>
        </a:xfrm>
      </p:grpSpPr>
      <p:sp>
        <p:nvSpPr>
          <p:cNvPr id="231" name="Google Shape;231;p30"/>
          <p:cNvSpPr txBox="1">
            <a:spLocks noGrp="1"/>
          </p:cNvSpPr>
          <p:nvPr>
            <p:ph type="title"/>
          </p:nvPr>
        </p:nvSpPr>
        <p:spPr>
          <a:xfrm>
            <a:off x="720000" y="445025"/>
            <a:ext cx="77040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dirty="0">
                <a:latin typeface="Times New Roman" panose="02020603050405020304" pitchFamily="18" charset="0"/>
                <a:cs typeface="Times New Roman" panose="02020603050405020304" pitchFamily="18" charset="0"/>
              </a:rPr>
              <a:t>Team members:</a:t>
            </a:r>
            <a:endParaRPr dirty="0">
              <a:latin typeface="Times New Roman" panose="02020603050405020304" pitchFamily="18" charset="0"/>
              <a:cs typeface="Times New Roman" panose="02020603050405020304" pitchFamily="18" charset="0"/>
            </a:endParaRPr>
          </a:p>
        </p:txBody>
      </p:sp>
      <p:graphicFrame>
        <p:nvGraphicFramePr>
          <p:cNvPr id="232" name="Google Shape;232;p30"/>
          <p:cNvGraphicFramePr/>
          <p:nvPr>
            <p:extLst>
              <p:ext uri="{D42A27DB-BD31-4B8C-83A1-F6EECF244321}">
                <p14:modId xmlns:p14="http://schemas.microsoft.com/office/powerpoint/2010/main" val="3207707367"/>
              </p:ext>
            </p:extLst>
          </p:nvPr>
        </p:nvGraphicFramePr>
        <p:xfrm>
          <a:off x="821267" y="1148509"/>
          <a:ext cx="7204966" cy="3363305"/>
        </p:xfrm>
        <a:graphic>
          <a:graphicData uri="http://schemas.openxmlformats.org/drawingml/2006/table">
            <a:tbl>
              <a:tblPr>
                <a:tableStyleId>{69C7853C-536D-4A76-A0AE-DD22124D55A5}</a:tableStyleId>
              </a:tblPr>
              <a:tblGrid>
                <a:gridCol w="2455165">
                  <a:extLst>
                    <a:ext uri="{9D8B030D-6E8A-4147-A177-3AD203B41FA5}">
                      <a16:colId xmlns:a16="http://schemas.microsoft.com/office/drawing/2014/main" val="20000"/>
                    </a:ext>
                  </a:extLst>
                </a:gridCol>
                <a:gridCol w="3158067">
                  <a:extLst>
                    <a:ext uri="{9D8B030D-6E8A-4147-A177-3AD203B41FA5}">
                      <a16:colId xmlns:a16="http://schemas.microsoft.com/office/drawing/2014/main" val="20001"/>
                    </a:ext>
                  </a:extLst>
                </a:gridCol>
                <a:gridCol w="1591734">
                  <a:extLst>
                    <a:ext uri="{9D8B030D-6E8A-4147-A177-3AD203B41FA5}">
                      <a16:colId xmlns:a16="http://schemas.microsoft.com/office/drawing/2014/main" val="3171650092"/>
                    </a:ext>
                  </a:extLst>
                </a:gridCol>
              </a:tblGrid>
              <a:tr h="642836">
                <a:tc>
                  <a:txBody>
                    <a:bodyPr/>
                    <a:lstStyle/>
                    <a:p>
                      <a:pPr marL="0" lvl="0" indent="0" algn="l" rtl="0">
                        <a:spcBef>
                          <a:spcPts val="0"/>
                        </a:spcBef>
                        <a:spcAft>
                          <a:spcPts val="0"/>
                        </a:spcAft>
                        <a:buNone/>
                      </a:pPr>
                      <a:r>
                        <a:rPr lang="en-IN" sz="1600" b="1" u="none" dirty="0">
                          <a:solidFill>
                            <a:sysClr val="windowText" lastClr="000000"/>
                          </a:solidFill>
                          <a:effectLst/>
                          <a:latin typeface="Times New Roman" panose="02020603050405020304" pitchFamily="18" charset="0"/>
                          <a:ea typeface="Bai Jamjuree SemiBold"/>
                          <a:cs typeface="Times New Roman" panose="02020603050405020304" pitchFamily="18" charset="0"/>
                          <a:sym typeface="Bai Jamjuree SemiBold"/>
                        </a:rPr>
                        <a:t>NAME &amp; REG.NO</a:t>
                      </a:r>
                      <a:endParaRPr sz="1600" b="1" u="none" dirty="0">
                        <a:solidFill>
                          <a:sysClr val="windowText" lastClr="000000"/>
                        </a:solidFill>
                        <a:effectLst/>
                        <a:latin typeface="Times New Roman" panose="02020603050405020304" pitchFamily="18" charset="0"/>
                        <a:ea typeface="Bai Jamjuree SemiBold"/>
                        <a:cs typeface="Times New Roman" panose="02020603050405020304" pitchFamily="18" charset="0"/>
                        <a:sym typeface="Bai Jamjuree SemiBold"/>
                      </a:endParaRPr>
                    </a:p>
                  </a:txBody>
                  <a:tcPr marL="91425" marR="91425" marT="0" marB="0" anchor="ctr"/>
                </a:tc>
                <a:tc>
                  <a:txBody>
                    <a:bodyPr/>
                    <a:lstStyle/>
                    <a:p>
                      <a:pPr marL="0" lvl="0" indent="0" algn="l" rtl="0">
                        <a:spcBef>
                          <a:spcPts val="0"/>
                        </a:spcBef>
                        <a:spcAft>
                          <a:spcPts val="1600"/>
                        </a:spcAft>
                        <a:buNone/>
                      </a:pPr>
                      <a:r>
                        <a:rPr lang="en-IN" sz="1600" b="1" dirty="0">
                          <a:solidFill>
                            <a:sysClr val="windowText" lastClr="000000"/>
                          </a:solidFill>
                          <a:effectLst>
                            <a:outerShdw blurRad="50800" dist="38100" dir="2700000" algn="tl" rotWithShape="0">
                              <a:prstClr val="black">
                                <a:alpha val="40000"/>
                              </a:prstClr>
                            </a:outerShdw>
                          </a:effectLst>
                          <a:latin typeface="Times New Roman" panose="02020603050405020304" pitchFamily="18" charset="0"/>
                          <a:ea typeface="Bai Jamjuree"/>
                          <a:cs typeface="Times New Roman" panose="02020603050405020304" pitchFamily="18" charset="0"/>
                          <a:sym typeface="Bai Jamjuree"/>
                        </a:rPr>
                        <a:t>CONTRIBUTION</a:t>
                      </a:r>
                      <a:endParaRPr sz="1600" b="1" dirty="0">
                        <a:solidFill>
                          <a:sysClr val="windowText" lastClr="000000"/>
                        </a:solidFill>
                        <a:effectLst>
                          <a:outerShdw blurRad="50800" dist="38100" dir="2700000" algn="tl" rotWithShape="0">
                            <a:prstClr val="black">
                              <a:alpha val="40000"/>
                            </a:prstClr>
                          </a:outerShdw>
                        </a:effectLst>
                        <a:latin typeface="Times New Roman" panose="02020603050405020304" pitchFamily="18" charset="0"/>
                        <a:ea typeface="Bai Jamjuree"/>
                        <a:cs typeface="Times New Roman" panose="02020603050405020304" pitchFamily="18" charset="0"/>
                        <a:sym typeface="Bai Jamjuree"/>
                      </a:endParaRPr>
                    </a:p>
                  </a:txBody>
                  <a:tcPr marL="91425" marR="91425" marT="0" marB="0" anchor="ctr"/>
                </a:tc>
                <a:tc>
                  <a:txBody>
                    <a:bodyPr/>
                    <a:lstStyle/>
                    <a:p>
                      <a:pPr marL="0" lvl="0" indent="0" algn="l" rtl="0">
                        <a:spcBef>
                          <a:spcPts val="0"/>
                        </a:spcBef>
                        <a:spcAft>
                          <a:spcPts val="1600"/>
                        </a:spcAft>
                        <a:buNone/>
                      </a:pPr>
                      <a:r>
                        <a:rPr lang="en-IN" sz="1600" b="1" dirty="0">
                          <a:solidFill>
                            <a:sysClr val="windowText" lastClr="000000"/>
                          </a:solidFill>
                          <a:effectLst>
                            <a:outerShdw blurRad="50800" dist="38100" dir="2700000" algn="tl" rotWithShape="0">
                              <a:prstClr val="black">
                                <a:alpha val="40000"/>
                              </a:prstClr>
                            </a:outerShdw>
                          </a:effectLst>
                          <a:latin typeface="Times New Roman" panose="02020603050405020304" pitchFamily="18" charset="0"/>
                          <a:ea typeface="Bai Jamjuree"/>
                          <a:cs typeface="Times New Roman" panose="02020603050405020304" pitchFamily="18" charset="0"/>
                          <a:sym typeface="Bai Jamjuree"/>
                        </a:rPr>
                        <a:t>SIGNATURE</a:t>
                      </a:r>
                      <a:endParaRPr sz="1600" b="1" dirty="0">
                        <a:solidFill>
                          <a:sysClr val="windowText" lastClr="000000"/>
                        </a:solidFill>
                        <a:effectLst>
                          <a:outerShdw blurRad="50800" dist="38100" dir="2700000" algn="tl" rotWithShape="0">
                            <a:prstClr val="black">
                              <a:alpha val="40000"/>
                            </a:prstClr>
                          </a:outerShdw>
                        </a:effectLst>
                        <a:latin typeface="Times New Roman" panose="02020603050405020304" pitchFamily="18" charset="0"/>
                        <a:ea typeface="Bai Jamjuree"/>
                        <a:cs typeface="Times New Roman" panose="02020603050405020304" pitchFamily="18" charset="0"/>
                        <a:sym typeface="Bai Jamjuree"/>
                      </a:endParaRPr>
                    </a:p>
                  </a:txBody>
                  <a:tcPr marL="91425" marR="91425" marT="0" marB="0" anchor="ctr"/>
                </a:tc>
                <a:extLst>
                  <a:ext uri="{0D108BD9-81ED-4DB2-BD59-A6C34878D82A}">
                    <a16:rowId xmlns:a16="http://schemas.microsoft.com/office/drawing/2014/main" val="10000"/>
                  </a:ext>
                </a:extLst>
              </a:tr>
              <a:tr h="901055">
                <a:tc>
                  <a:txBody>
                    <a:bodyPr/>
                    <a:lstStyle/>
                    <a:p>
                      <a:pPr marL="0" lvl="0" indent="0" algn="ctr" rtl="0">
                        <a:spcBef>
                          <a:spcPts val="0"/>
                        </a:spcBef>
                        <a:spcAft>
                          <a:spcPts val="0"/>
                        </a:spcAft>
                        <a:buNone/>
                      </a:pPr>
                      <a:r>
                        <a:rPr lang="en-IN" sz="1200" b="1" u="none" dirty="0">
                          <a:solidFill>
                            <a:sysClr val="windowText" lastClr="000000"/>
                          </a:solidFill>
                          <a:effectLst/>
                          <a:latin typeface="Times New Roman" panose="02020603050405020304" pitchFamily="18" charset="0"/>
                          <a:ea typeface="Bai Jamjuree SemiBold"/>
                          <a:cs typeface="Times New Roman" panose="02020603050405020304" pitchFamily="18" charset="0"/>
                          <a:sym typeface="Bai Jamjuree SemiBold"/>
                        </a:rPr>
                        <a:t>SUJANA S  22MIA1142</a:t>
                      </a:r>
                      <a:endParaRPr sz="1200" b="1" u="none" dirty="0">
                        <a:solidFill>
                          <a:sysClr val="windowText" lastClr="000000"/>
                        </a:solidFill>
                        <a:effectLst/>
                        <a:latin typeface="Times New Roman" panose="02020603050405020304" pitchFamily="18" charset="0"/>
                        <a:ea typeface="Bai Jamjuree SemiBold"/>
                        <a:cs typeface="Times New Roman" panose="02020603050405020304" pitchFamily="18" charset="0"/>
                        <a:sym typeface="Bai Jamjuree SemiBold"/>
                      </a:endParaRPr>
                    </a:p>
                  </a:txBody>
                  <a:tcPr marL="91425" marR="91425" marT="0" marB="0" anchor="ctr"/>
                </a:tc>
                <a:tc>
                  <a:txBody>
                    <a:bodyPr/>
                    <a:lstStyle/>
                    <a:p>
                      <a:pPr marL="0" marR="0" lvl="0" indent="0" algn="l" rtl="0">
                        <a:lnSpc>
                          <a:spcPct val="100000"/>
                        </a:lnSpc>
                        <a:spcBef>
                          <a:spcPts val="0"/>
                        </a:spcBef>
                        <a:spcAft>
                          <a:spcPts val="1600"/>
                        </a:spcAft>
                        <a:buNone/>
                      </a:pPr>
                      <a:r>
                        <a:rPr lang="en-IN" sz="1200" b="1" u="none" dirty="0">
                          <a:solidFill>
                            <a:sysClr val="windowText" lastClr="000000"/>
                          </a:solidFill>
                          <a:effectLst/>
                          <a:latin typeface="Times New Roman" panose="02020603050405020304" pitchFamily="18" charset="0"/>
                          <a:ea typeface="Bai Jamjuree"/>
                          <a:cs typeface="Times New Roman" panose="02020603050405020304" pitchFamily="18" charset="0"/>
                          <a:sym typeface="Bai Jamjuree"/>
                        </a:rPr>
                        <a:t>Implementation of algorithm for feature selection, Making use of algorithm such as Principle component analysis and SMOTE and implementation of Ensemble Feature Selection Algorithm.</a:t>
                      </a:r>
                      <a:endParaRPr sz="1200" b="1" u="none" dirty="0">
                        <a:solidFill>
                          <a:sysClr val="windowText" lastClr="000000"/>
                        </a:solidFill>
                        <a:effectLst/>
                        <a:latin typeface="Times New Roman" panose="02020603050405020304" pitchFamily="18" charset="0"/>
                        <a:ea typeface="Bai Jamjuree"/>
                        <a:cs typeface="Times New Roman" panose="02020603050405020304" pitchFamily="18" charset="0"/>
                        <a:sym typeface="Bai Jamjuree"/>
                      </a:endParaRPr>
                    </a:p>
                  </a:txBody>
                  <a:tcPr marL="91425" marR="91425" marT="0" marB="0" anchor="ctr"/>
                </a:tc>
                <a:tc>
                  <a:txBody>
                    <a:bodyPr/>
                    <a:lstStyle/>
                    <a:p>
                      <a:pPr marL="0" marR="0" lvl="0" indent="0" algn="ctr" rtl="0">
                        <a:lnSpc>
                          <a:spcPct val="100000"/>
                        </a:lnSpc>
                        <a:spcBef>
                          <a:spcPts val="0"/>
                        </a:spcBef>
                        <a:spcAft>
                          <a:spcPts val="1600"/>
                        </a:spcAft>
                        <a:buNone/>
                      </a:pPr>
                      <a:endParaRPr sz="1200" b="1" u="none" dirty="0">
                        <a:solidFill>
                          <a:sysClr val="windowText" lastClr="000000"/>
                        </a:solidFill>
                        <a:effectLst/>
                        <a:latin typeface="Times New Roman" panose="02020603050405020304" pitchFamily="18" charset="0"/>
                        <a:ea typeface="Bai Jamjuree"/>
                        <a:cs typeface="Times New Roman" panose="02020603050405020304" pitchFamily="18" charset="0"/>
                        <a:sym typeface="Bai Jamjuree"/>
                      </a:endParaRPr>
                    </a:p>
                  </a:txBody>
                  <a:tcPr marL="91425" marR="91425" marT="0" marB="0" anchor="ctr"/>
                </a:tc>
                <a:extLst>
                  <a:ext uri="{0D108BD9-81ED-4DB2-BD59-A6C34878D82A}">
                    <a16:rowId xmlns:a16="http://schemas.microsoft.com/office/drawing/2014/main" val="10001"/>
                  </a:ext>
                </a:extLst>
              </a:tr>
              <a:tr h="900136">
                <a:tc>
                  <a:txBody>
                    <a:bodyPr/>
                    <a:lstStyle/>
                    <a:p>
                      <a:pPr marL="0" lvl="0" indent="0" algn="ctr" rtl="0">
                        <a:spcBef>
                          <a:spcPts val="0"/>
                        </a:spcBef>
                        <a:spcAft>
                          <a:spcPts val="0"/>
                        </a:spcAft>
                        <a:buNone/>
                      </a:pPr>
                      <a:r>
                        <a:rPr lang="en-IN" sz="1200" b="1" u="none" dirty="0">
                          <a:solidFill>
                            <a:sysClr val="windowText" lastClr="000000"/>
                          </a:solidFill>
                          <a:effectLst/>
                          <a:latin typeface="Times New Roman" panose="02020603050405020304" pitchFamily="18" charset="0"/>
                          <a:ea typeface="Bai Jamjuree SemiBold"/>
                          <a:cs typeface="Times New Roman" panose="02020603050405020304" pitchFamily="18" charset="0"/>
                          <a:sym typeface="Bai Jamjuree SemiBold"/>
                        </a:rPr>
                        <a:t>DAPHNI MICHELLE B 22MIA1159</a:t>
                      </a:r>
                      <a:endParaRPr sz="1200" b="1" u="none" dirty="0">
                        <a:solidFill>
                          <a:sysClr val="windowText" lastClr="000000"/>
                        </a:solidFill>
                        <a:effectLst/>
                        <a:latin typeface="Times New Roman" panose="02020603050405020304" pitchFamily="18" charset="0"/>
                        <a:ea typeface="Bai Jamjuree SemiBold"/>
                        <a:cs typeface="Times New Roman" panose="02020603050405020304" pitchFamily="18" charset="0"/>
                        <a:sym typeface="Bai Jamjuree SemiBold"/>
                      </a:endParaRPr>
                    </a:p>
                  </a:txBody>
                  <a:tcPr marL="91425" marR="91425" marT="0" marB="0" anchor="ctr"/>
                </a:tc>
                <a:tc>
                  <a:txBody>
                    <a:bodyPr/>
                    <a:lstStyle/>
                    <a:p>
                      <a:pPr marL="0" lvl="0" indent="0" algn="l" rtl="0">
                        <a:spcBef>
                          <a:spcPts val="0"/>
                        </a:spcBef>
                        <a:spcAft>
                          <a:spcPts val="1600"/>
                        </a:spcAft>
                        <a:buNone/>
                      </a:pPr>
                      <a:r>
                        <a:rPr lang="en-IN" sz="1200" b="1" u="none" dirty="0">
                          <a:solidFill>
                            <a:sysClr val="windowText" lastClr="000000"/>
                          </a:solidFill>
                          <a:effectLst/>
                          <a:latin typeface="Times New Roman" panose="02020603050405020304" pitchFamily="18" charset="0"/>
                          <a:ea typeface="Bai Jamjuree"/>
                          <a:cs typeface="Times New Roman" panose="02020603050405020304" pitchFamily="18" charset="0"/>
                          <a:sym typeface="Bai Jamjuree"/>
                        </a:rPr>
                        <a:t>Implementation of Random forest for overfitting detection, Making use of Reinforcement learning Techniques and Bagging Technique. </a:t>
                      </a:r>
                      <a:endParaRPr sz="1200" b="1" u="none" dirty="0">
                        <a:solidFill>
                          <a:sysClr val="windowText" lastClr="000000"/>
                        </a:solidFill>
                        <a:effectLst/>
                        <a:latin typeface="Times New Roman" panose="02020603050405020304" pitchFamily="18" charset="0"/>
                        <a:ea typeface="Bai Jamjuree"/>
                        <a:cs typeface="Times New Roman" panose="02020603050405020304" pitchFamily="18" charset="0"/>
                        <a:sym typeface="Bai Jamjuree"/>
                      </a:endParaRPr>
                    </a:p>
                  </a:txBody>
                  <a:tcPr marL="91425" marR="91425" marT="0" marB="0" anchor="ctr"/>
                </a:tc>
                <a:tc>
                  <a:txBody>
                    <a:bodyPr/>
                    <a:lstStyle/>
                    <a:p>
                      <a:pPr marL="0" lvl="0" indent="0" algn="ctr" rtl="0">
                        <a:spcBef>
                          <a:spcPts val="0"/>
                        </a:spcBef>
                        <a:spcAft>
                          <a:spcPts val="1600"/>
                        </a:spcAft>
                        <a:buNone/>
                      </a:pPr>
                      <a:endParaRPr sz="1200" b="1" u="none" dirty="0">
                        <a:solidFill>
                          <a:sysClr val="windowText" lastClr="000000"/>
                        </a:solidFill>
                        <a:effectLst/>
                        <a:latin typeface="Times New Roman" panose="02020603050405020304" pitchFamily="18" charset="0"/>
                        <a:ea typeface="Bai Jamjuree"/>
                        <a:cs typeface="Times New Roman" panose="02020603050405020304" pitchFamily="18" charset="0"/>
                        <a:sym typeface="Bai Jamjuree"/>
                      </a:endParaRPr>
                    </a:p>
                  </a:txBody>
                  <a:tcPr marL="91425" marR="91425" marT="0" marB="0" anchor="ctr"/>
                </a:tc>
                <a:extLst>
                  <a:ext uri="{0D108BD9-81ED-4DB2-BD59-A6C34878D82A}">
                    <a16:rowId xmlns:a16="http://schemas.microsoft.com/office/drawing/2014/main" val="10002"/>
                  </a:ext>
                </a:extLst>
              </a:tr>
              <a:tr h="905933">
                <a:tc>
                  <a:txBody>
                    <a:bodyPr/>
                    <a:lstStyle/>
                    <a:p>
                      <a:pPr marL="0" lvl="0" indent="0" algn="ctr" rtl="0">
                        <a:spcBef>
                          <a:spcPts val="0"/>
                        </a:spcBef>
                        <a:spcAft>
                          <a:spcPts val="0"/>
                        </a:spcAft>
                        <a:buNone/>
                      </a:pPr>
                      <a:r>
                        <a:rPr lang="en-IN" sz="1200" b="1" u="none" dirty="0">
                          <a:solidFill>
                            <a:sysClr val="windowText" lastClr="000000"/>
                          </a:solidFill>
                          <a:effectLst/>
                          <a:latin typeface="Times New Roman" panose="02020603050405020304" pitchFamily="18" charset="0"/>
                          <a:ea typeface="Bai Jamjuree SemiBold"/>
                          <a:cs typeface="Times New Roman" panose="02020603050405020304" pitchFamily="18" charset="0"/>
                          <a:sym typeface="Bai Jamjuree SemiBold"/>
                        </a:rPr>
                        <a:t>SREE DARSHNE J</a:t>
                      </a:r>
                    </a:p>
                    <a:p>
                      <a:pPr marL="0" lvl="0" indent="0" algn="ctr" rtl="0">
                        <a:spcBef>
                          <a:spcPts val="0"/>
                        </a:spcBef>
                        <a:spcAft>
                          <a:spcPts val="0"/>
                        </a:spcAft>
                        <a:buNone/>
                      </a:pPr>
                      <a:r>
                        <a:rPr lang="en-IN" sz="1200" b="1" u="none" dirty="0">
                          <a:solidFill>
                            <a:sysClr val="windowText" lastClr="000000"/>
                          </a:solidFill>
                          <a:effectLst/>
                          <a:latin typeface="Times New Roman" panose="02020603050405020304" pitchFamily="18" charset="0"/>
                          <a:ea typeface="Bai Jamjuree SemiBold"/>
                          <a:cs typeface="Times New Roman" panose="02020603050405020304" pitchFamily="18" charset="0"/>
                          <a:sym typeface="Bai Jamjuree SemiBold"/>
                        </a:rPr>
                        <a:t>22MIA1167</a:t>
                      </a:r>
                      <a:endParaRPr sz="1200" b="1" u="none" dirty="0">
                        <a:solidFill>
                          <a:sysClr val="windowText" lastClr="000000"/>
                        </a:solidFill>
                        <a:effectLst/>
                        <a:latin typeface="Times New Roman" panose="02020603050405020304" pitchFamily="18" charset="0"/>
                        <a:ea typeface="Bai Jamjuree SemiBold"/>
                        <a:cs typeface="Times New Roman" panose="02020603050405020304" pitchFamily="18" charset="0"/>
                        <a:sym typeface="Bai Jamjuree SemiBold"/>
                      </a:endParaRPr>
                    </a:p>
                  </a:txBody>
                  <a:tcPr marL="91425" marR="91425" marT="0" marB="0" anchor="ctr"/>
                </a:tc>
                <a:tc>
                  <a:txBody>
                    <a:bodyPr/>
                    <a:lstStyle/>
                    <a:p>
                      <a:pPr marL="0" lvl="0" indent="0" algn="l" rtl="0">
                        <a:spcBef>
                          <a:spcPts val="0"/>
                        </a:spcBef>
                        <a:spcAft>
                          <a:spcPts val="1600"/>
                        </a:spcAft>
                        <a:buNone/>
                      </a:pPr>
                      <a:r>
                        <a:rPr lang="en-IN" sz="1200" b="1" u="none" dirty="0">
                          <a:solidFill>
                            <a:sysClr val="windowText" lastClr="000000"/>
                          </a:solidFill>
                          <a:effectLst/>
                          <a:latin typeface="Times New Roman" panose="02020603050405020304" pitchFamily="18" charset="0"/>
                          <a:ea typeface="Bai Jamjuree"/>
                          <a:cs typeface="Times New Roman" panose="02020603050405020304" pitchFamily="18" charset="0"/>
                          <a:sym typeface="Bai Jamjuree"/>
                        </a:rPr>
                        <a:t>Implementation of Elastic Net Regression, Making use of Recurrent Neural Networks and implementation of Extreme Gradient Boosting for Classification Algorithm.</a:t>
                      </a:r>
                      <a:endParaRPr sz="1200" b="1" u="none" dirty="0">
                        <a:solidFill>
                          <a:sysClr val="windowText" lastClr="000000"/>
                        </a:solidFill>
                        <a:effectLst/>
                        <a:latin typeface="Times New Roman" panose="02020603050405020304" pitchFamily="18" charset="0"/>
                        <a:ea typeface="Bai Jamjuree"/>
                        <a:cs typeface="Times New Roman" panose="02020603050405020304" pitchFamily="18" charset="0"/>
                        <a:sym typeface="Bai Jamjuree"/>
                      </a:endParaRPr>
                    </a:p>
                  </a:txBody>
                  <a:tcPr marL="91425" marR="91425" marT="0" marB="0" anchor="ctr"/>
                </a:tc>
                <a:tc>
                  <a:txBody>
                    <a:bodyPr/>
                    <a:lstStyle/>
                    <a:p>
                      <a:pPr marL="0" lvl="0" indent="0" algn="ctr" rtl="0">
                        <a:spcBef>
                          <a:spcPts val="0"/>
                        </a:spcBef>
                        <a:spcAft>
                          <a:spcPts val="1600"/>
                        </a:spcAft>
                        <a:buNone/>
                      </a:pPr>
                      <a:endParaRPr sz="1200" b="1" u="none" dirty="0">
                        <a:solidFill>
                          <a:sysClr val="windowText" lastClr="000000"/>
                        </a:solidFill>
                        <a:effectLst/>
                        <a:latin typeface="Times New Roman" panose="02020603050405020304" pitchFamily="18" charset="0"/>
                        <a:ea typeface="Bai Jamjuree"/>
                        <a:cs typeface="Times New Roman" panose="02020603050405020304" pitchFamily="18" charset="0"/>
                        <a:sym typeface="Bai Jamjuree"/>
                      </a:endParaRPr>
                    </a:p>
                  </a:txBody>
                  <a:tcPr marL="91425" marR="91425" marT="0" marB="0" anchor="ctr"/>
                </a:tc>
                <a:extLst>
                  <a:ext uri="{0D108BD9-81ED-4DB2-BD59-A6C34878D82A}">
                    <a16:rowId xmlns:a16="http://schemas.microsoft.com/office/drawing/2014/main" val="10003"/>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chemeClr val="dk2"/>
            </a:gs>
            <a:gs pos="38000">
              <a:schemeClr val="lt1"/>
            </a:gs>
            <a:gs pos="100000">
              <a:schemeClr val="lt1"/>
            </a:gs>
          </a:gsLst>
          <a:lin ang="0" scaled="0"/>
        </a:gradFill>
        <a:effectLst/>
      </p:bgPr>
    </p:bg>
    <p:spTree>
      <p:nvGrpSpPr>
        <p:cNvPr id="1" name="Shape 256"/>
        <p:cNvGrpSpPr/>
        <p:nvPr/>
      </p:nvGrpSpPr>
      <p:grpSpPr>
        <a:xfrm>
          <a:off x="0" y="0"/>
          <a:ext cx="0" cy="0"/>
          <a:chOff x="0" y="0"/>
          <a:chExt cx="0" cy="0"/>
        </a:xfrm>
      </p:grpSpPr>
      <p:sp>
        <p:nvSpPr>
          <p:cNvPr id="257" name="Google Shape;257;p32"/>
          <p:cNvSpPr txBox="1">
            <a:spLocks noGrp="1"/>
          </p:cNvSpPr>
          <p:nvPr>
            <p:ph type="title"/>
          </p:nvPr>
        </p:nvSpPr>
        <p:spPr>
          <a:xfrm>
            <a:off x="118865" y="436558"/>
            <a:ext cx="4317667" cy="723375"/>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IN" sz="2600" dirty="0">
                <a:latin typeface="Times New Roman" panose="02020603050405020304" pitchFamily="18" charset="0"/>
                <a:cs typeface="Times New Roman" panose="02020603050405020304" pitchFamily="18" charset="0"/>
              </a:rPr>
              <a:t>INTRODUCTION:</a:t>
            </a:r>
            <a:endParaRPr sz="2600" dirty="0">
              <a:latin typeface="Times New Roman" panose="02020603050405020304" pitchFamily="18" charset="0"/>
              <a:cs typeface="Times New Roman" panose="02020603050405020304" pitchFamily="18" charset="0"/>
            </a:endParaRPr>
          </a:p>
        </p:txBody>
      </p:sp>
      <p:sp>
        <p:nvSpPr>
          <p:cNvPr id="258" name="Google Shape;258;p32"/>
          <p:cNvSpPr txBox="1">
            <a:spLocks noGrp="1"/>
          </p:cNvSpPr>
          <p:nvPr>
            <p:ph type="subTitle" idx="1"/>
          </p:nvPr>
        </p:nvSpPr>
        <p:spPr>
          <a:xfrm>
            <a:off x="434399" y="1159933"/>
            <a:ext cx="7634333" cy="3293534"/>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n-US" sz="1400" dirty="0">
                <a:latin typeface="Times New Roman" panose="02020603050405020304" pitchFamily="18" charset="0"/>
                <a:cs typeface="Times New Roman" panose="02020603050405020304" pitchFamily="18" charset="0"/>
              </a:rPr>
              <a:t>Intrusion Detection Systems (IDS) are essential in detecting and preventing any possible cyber incidents in a certain network system. However, the software architecture of conventional IDS has deficiencies in addressing various advancements in network traffic and upcoming threats. This paper aims to reconstruct an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-based IDS using the CIC-IDS 2018 dataset and applies several optimization techniques that increase the detection rate.</a:t>
            </a:r>
          </a:p>
          <a:p>
            <a:pPr marL="0" lvl="0" indent="0" algn="l" rtl="0">
              <a:spcBef>
                <a:spcPts val="0"/>
              </a:spcBef>
              <a:spcAft>
                <a:spcPts val="0"/>
              </a:spcAft>
              <a:buClr>
                <a:schemeClr val="dk1"/>
              </a:buClr>
              <a:buSzPts val="1100"/>
              <a:buFont typeface="Arial"/>
              <a:buNone/>
            </a:pPr>
            <a:endParaRPr lang="en-US" sz="1400" dirty="0">
              <a:latin typeface="Times New Roman" panose="02020603050405020304" pitchFamily="18" charset="0"/>
              <a:cs typeface="Times New Roman" panose="02020603050405020304" pitchFamily="18" charset="0"/>
            </a:endParaRPr>
          </a:p>
          <a:p>
            <a:pPr marL="0" lvl="0" indent="0" algn="l" rtl="0">
              <a:spcBef>
                <a:spcPts val="0"/>
              </a:spcBef>
              <a:spcAft>
                <a:spcPts val="0"/>
              </a:spcAft>
              <a:buClr>
                <a:schemeClr val="dk1"/>
              </a:buClr>
              <a:buSzPts val="1100"/>
              <a:buFont typeface="Arial"/>
              <a:buNone/>
            </a:pPr>
            <a:r>
              <a:rPr lang="en-US" sz="1400" dirty="0">
                <a:latin typeface="Times New Roman" panose="02020603050405020304" pitchFamily="18" charset="0"/>
                <a:cs typeface="Times New Roman" panose="02020603050405020304" pitchFamily="18" charset="0"/>
              </a:rPr>
              <a:t>The enhancements include performing feature engineering strategies such as Ensemble Feature Selection, dimensionality reduction and  PCA, and data augmentation techniques like SMOTE. Machine learning techniques such as Elastic Net Regression; RNN; </a:t>
            </a:r>
            <a:r>
              <a:rPr lang="en-US" sz="1400" dirty="0" err="1">
                <a:latin typeface="Times New Roman" panose="02020603050405020304" pitchFamily="18" charset="0"/>
                <a:cs typeface="Times New Roman" panose="02020603050405020304" pitchFamily="18" charset="0"/>
              </a:rPr>
              <a:t>XGBoost</a:t>
            </a:r>
            <a:r>
              <a:rPr lang="en-US" sz="1400" dirty="0">
                <a:latin typeface="Times New Roman" panose="02020603050405020304" pitchFamily="18" charset="0"/>
                <a:cs typeface="Times New Roman" panose="02020603050405020304" pitchFamily="18" charset="0"/>
              </a:rPr>
              <a:t> ; Reinforcement learning, and Bagging are conjoined on conventional models in a bid to build a more flexible and stronger IDS system. The goal of this research is to develop the Intrusion Detection System which will be able to detect complex forms of attacks with minimum false decisions.</a:t>
            </a:r>
            <a:endParaRPr sz="1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9B388C0-01AB-5393-D130-A0C4A36E34D3}"/>
              </a:ext>
            </a:extLst>
          </p:cNvPr>
          <p:cNvSpPr/>
          <p:nvPr/>
        </p:nvSpPr>
        <p:spPr>
          <a:xfrm>
            <a:off x="620486" y="1103866"/>
            <a:ext cx="1902278" cy="1032010"/>
          </a:xfrm>
          <a:prstGeom prst="rect">
            <a:avLst/>
          </a:prstGeom>
          <a:solidFill>
            <a:schemeClr val="bg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lumMod val="10000"/>
                  </a:schemeClr>
                </a:solidFill>
              </a:rPr>
              <a:t>DATA PREPROCESSING</a:t>
            </a:r>
          </a:p>
        </p:txBody>
      </p:sp>
      <p:sp>
        <p:nvSpPr>
          <p:cNvPr id="13" name="Rectangle 12">
            <a:extLst>
              <a:ext uri="{FF2B5EF4-FFF2-40B4-BE49-F238E27FC236}">
                <a16:creationId xmlns:a16="http://schemas.microsoft.com/office/drawing/2014/main" id="{54D4979D-6858-7A73-858D-EBC1AA9ECD1B}"/>
              </a:ext>
            </a:extLst>
          </p:cNvPr>
          <p:cNvSpPr/>
          <p:nvPr/>
        </p:nvSpPr>
        <p:spPr>
          <a:xfrm>
            <a:off x="3620861" y="1103866"/>
            <a:ext cx="1902278" cy="1032010"/>
          </a:xfrm>
          <a:prstGeom prst="rect">
            <a:avLst/>
          </a:prstGeom>
          <a:solidFill>
            <a:schemeClr val="bg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lumMod val="10000"/>
                  </a:schemeClr>
                </a:solidFill>
              </a:rPr>
              <a:t>FEATURE SELECTION</a:t>
            </a:r>
          </a:p>
        </p:txBody>
      </p:sp>
      <p:sp>
        <p:nvSpPr>
          <p:cNvPr id="14" name="Rectangle 13">
            <a:extLst>
              <a:ext uri="{FF2B5EF4-FFF2-40B4-BE49-F238E27FC236}">
                <a16:creationId xmlns:a16="http://schemas.microsoft.com/office/drawing/2014/main" id="{D3728903-1B4C-6A17-1ACC-26407EE8FF60}"/>
              </a:ext>
            </a:extLst>
          </p:cNvPr>
          <p:cNvSpPr/>
          <p:nvPr/>
        </p:nvSpPr>
        <p:spPr>
          <a:xfrm>
            <a:off x="6621236" y="1103866"/>
            <a:ext cx="1902278" cy="1032010"/>
          </a:xfrm>
          <a:prstGeom prst="rect">
            <a:avLst/>
          </a:prstGeom>
          <a:solidFill>
            <a:schemeClr val="bg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lumMod val="10000"/>
                  </a:schemeClr>
                </a:solidFill>
              </a:rPr>
              <a:t>BALANCING THE DATA</a:t>
            </a:r>
          </a:p>
        </p:txBody>
      </p:sp>
      <p:sp>
        <p:nvSpPr>
          <p:cNvPr id="15" name="Rectangle 14">
            <a:extLst>
              <a:ext uri="{FF2B5EF4-FFF2-40B4-BE49-F238E27FC236}">
                <a16:creationId xmlns:a16="http://schemas.microsoft.com/office/drawing/2014/main" id="{D13D47A1-20E5-8B83-C031-08D0DFE92555}"/>
              </a:ext>
            </a:extLst>
          </p:cNvPr>
          <p:cNvSpPr/>
          <p:nvPr/>
        </p:nvSpPr>
        <p:spPr>
          <a:xfrm>
            <a:off x="6631290" y="3241579"/>
            <a:ext cx="1902278" cy="1032010"/>
          </a:xfrm>
          <a:prstGeom prst="rect">
            <a:avLst/>
          </a:prstGeom>
          <a:solidFill>
            <a:schemeClr val="bg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lumMod val="10000"/>
                  </a:schemeClr>
                </a:solidFill>
              </a:rPr>
              <a:t>MODEL TRAINING</a:t>
            </a:r>
          </a:p>
        </p:txBody>
      </p:sp>
      <p:sp>
        <p:nvSpPr>
          <p:cNvPr id="16" name="Rectangle 15">
            <a:extLst>
              <a:ext uri="{FF2B5EF4-FFF2-40B4-BE49-F238E27FC236}">
                <a16:creationId xmlns:a16="http://schemas.microsoft.com/office/drawing/2014/main" id="{063B82AC-D47D-22A8-217A-20537C4344B0}"/>
              </a:ext>
            </a:extLst>
          </p:cNvPr>
          <p:cNvSpPr/>
          <p:nvPr/>
        </p:nvSpPr>
        <p:spPr>
          <a:xfrm>
            <a:off x="3787928" y="3241579"/>
            <a:ext cx="1902278" cy="1032010"/>
          </a:xfrm>
          <a:prstGeom prst="rect">
            <a:avLst/>
          </a:prstGeom>
          <a:solidFill>
            <a:schemeClr val="bg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lumMod val="10000"/>
                  </a:schemeClr>
                </a:solidFill>
              </a:rPr>
              <a:t>ADVANCED MODELS</a:t>
            </a:r>
          </a:p>
        </p:txBody>
      </p:sp>
      <p:cxnSp>
        <p:nvCxnSpPr>
          <p:cNvPr id="17" name="Straight Arrow Connector 16">
            <a:extLst>
              <a:ext uri="{FF2B5EF4-FFF2-40B4-BE49-F238E27FC236}">
                <a16:creationId xmlns:a16="http://schemas.microsoft.com/office/drawing/2014/main" id="{3CE8BDF1-53A8-3A4B-1F1B-B2813354D3B2}"/>
              </a:ext>
            </a:extLst>
          </p:cNvPr>
          <p:cNvCxnSpPr>
            <a:stCxn id="12" idx="3"/>
            <a:endCxn id="13" idx="1"/>
          </p:cNvCxnSpPr>
          <p:nvPr/>
        </p:nvCxnSpPr>
        <p:spPr>
          <a:xfrm>
            <a:off x="2522764" y="1619871"/>
            <a:ext cx="109809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19" name="Straight Arrow Connector 18">
            <a:extLst>
              <a:ext uri="{FF2B5EF4-FFF2-40B4-BE49-F238E27FC236}">
                <a16:creationId xmlns:a16="http://schemas.microsoft.com/office/drawing/2014/main" id="{5108CB50-B587-3043-88B4-F175F642BC92}"/>
              </a:ext>
            </a:extLst>
          </p:cNvPr>
          <p:cNvCxnSpPr>
            <a:stCxn id="13" idx="3"/>
            <a:endCxn id="14" idx="1"/>
          </p:cNvCxnSpPr>
          <p:nvPr/>
        </p:nvCxnSpPr>
        <p:spPr>
          <a:xfrm>
            <a:off x="5523139" y="1619871"/>
            <a:ext cx="1098097"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1" name="Straight Arrow Connector 20">
            <a:extLst>
              <a:ext uri="{FF2B5EF4-FFF2-40B4-BE49-F238E27FC236}">
                <a16:creationId xmlns:a16="http://schemas.microsoft.com/office/drawing/2014/main" id="{0E1952CD-536B-5BA9-8C36-4FE1468ABE35}"/>
              </a:ext>
            </a:extLst>
          </p:cNvPr>
          <p:cNvCxnSpPr>
            <a:stCxn id="15" idx="1"/>
            <a:endCxn id="16" idx="3"/>
          </p:cNvCxnSpPr>
          <p:nvPr/>
        </p:nvCxnSpPr>
        <p:spPr>
          <a:xfrm flipH="1">
            <a:off x="5690206" y="3757584"/>
            <a:ext cx="941084"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cxnSp>
        <p:nvCxnSpPr>
          <p:cNvPr id="28" name="Straight Arrow Connector 27">
            <a:extLst>
              <a:ext uri="{FF2B5EF4-FFF2-40B4-BE49-F238E27FC236}">
                <a16:creationId xmlns:a16="http://schemas.microsoft.com/office/drawing/2014/main" id="{5D37E141-6401-159E-4FAA-FB06343BF82F}"/>
              </a:ext>
            </a:extLst>
          </p:cNvPr>
          <p:cNvCxnSpPr>
            <a:cxnSpLocks/>
            <a:endCxn id="15" idx="0"/>
          </p:cNvCxnSpPr>
          <p:nvPr/>
        </p:nvCxnSpPr>
        <p:spPr>
          <a:xfrm>
            <a:off x="7582429" y="2135876"/>
            <a:ext cx="0" cy="1105703"/>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1" name="Rectangle 30">
            <a:extLst>
              <a:ext uri="{FF2B5EF4-FFF2-40B4-BE49-F238E27FC236}">
                <a16:creationId xmlns:a16="http://schemas.microsoft.com/office/drawing/2014/main" id="{E883A2C3-C446-D2BE-E9B4-1C1A59F9B731}"/>
              </a:ext>
            </a:extLst>
          </p:cNvPr>
          <p:cNvSpPr/>
          <p:nvPr/>
        </p:nvSpPr>
        <p:spPr>
          <a:xfrm>
            <a:off x="688219" y="3241579"/>
            <a:ext cx="1902278" cy="1032010"/>
          </a:xfrm>
          <a:prstGeom prst="rect">
            <a:avLst/>
          </a:prstGeom>
          <a:solidFill>
            <a:schemeClr val="bg2">
              <a:lumMod val="40000"/>
              <a:lumOff val="60000"/>
            </a:schemeClr>
          </a:solid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dirty="0">
                <a:solidFill>
                  <a:schemeClr val="bg1">
                    <a:lumMod val="10000"/>
                  </a:schemeClr>
                </a:solidFill>
              </a:rPr>
              <a:t>MODEL EVALUATION</a:t>
            </a:r>
          </a:p>
        </p:txBody>
      </p:sp>
      <p:cxnSp>
        <p:nvCxnSpPr>
          <p:cNvPr id="33" name="Straight Arrow Connector 32">
            <a:extLst>
              <a:ext uri="{FF2B5EF4-FFF2-40B4-BE49-F238E27FC236}">
                <a16:creationId xmlns:a16="http://schemas.microsoft.com/office/drawing/2014/main" id="{EC2849CF-B830-4DF2-00B0-CC40063340E0}"/>
              </a:ext>
            </a:extLst>
          </p:cNvPr>
          <p:cNvCxnSpPr>
            <a:stCxn id="16" idx="1"/>
            <a:endCxn id="31" idx="3"/>
          </p:cNvCxnSpPr>
          <p:nvPr/>
        </p:nvCxnSpPr>
        <p:spPr>
          <a:xfrm flipH="1">
            <a:off x="2590497" y="3757584"/>
            <a:ext cx="1197431" cy="0"/>
          </a:xfrm>
          <a:prstGeom prst="straightConnector1">
            <a:avLst/>
          </a:prstGeom>
          <a:ln>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505C84F9-66F6-B140-3CAC-C4F1D80261A0}"/>
              </a:ext>
            </a:extLst>
          </p:cNvPr>
          <p:cNvSpPr txBox="1"/>
          <p:nvPr/>
        </p:nvSpPr>
        <p:spPr>
          <a:xfrm>
            <a:off x="330200" y="210979"/>
            <a:ext cx="3928533" cy="492443"/>
          </a:xfrm>
          <a:prstGeom prst="rect">
            <a:avLst/>
          </a:prstGeom>
          <a:noFill/>
        </p:spPr>
        <p:txBody>
          <a:bodyPr wrap="square" rtlCol="0">
            <a:spAutoFit/>
          </a:bodyPr>
          <a:lstStyle/>
          <a:p>
            <a:r>
              <a:rPr lang="en-IN" sz="2600" dirty="0">
                <a:solidFill>
                  <a:schemeClr val="accent4"/>
                </a:solidFill>
                <a:latin typeface="Times New Roman" panose="02020603050405020304" pitchFamily="18" charset="0"/>
                <a:cs typeface="Times New Roman" panose="02020603050405020304" pitchFamily="18" charset="0"/>
              </a:rPr>
              <a:t>PROJECT WORKFLOW:</a:t>
            </a:r>
          </a:p>
        </p:txBody>
      </p:sp>
    </p:spTree>
    <p:extLst>
      <p:ext uri="{BB962C8B-B14F-4D97-AF65-F5344CB8AC3E}">
        <p14:creationId xmlns:p14="http://schemas.microsoft.com/office/powerpoint/2010/main" val="35766016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F9E1CAE-F96A-5D89-1652-869F64E4C6F4}"/>
              </a:ext>
            </a:extLst>
          </p:cNvPr>
          <p:cNvSpPr txBox="1"/>
          <p:nvPr/>
        </p:nvSpPr>
        <p:spPr>
          <a:xfrm>
            <a:off x="169333" y="491066"/>
            <a:ext cx="8856134" cy="4524315"/>
          </a:xfrm>
          <a:prstGeom prst="rect">
            <a:avLst/>
          </a:prstGeom>
          <a:noFill/>
        </p:spPr>
        <p:txBody>
          <a:bodyPr wrap="square" numCol="2" rtlCol="0">
            <a:spAutoFit/>
          </a:bodyPr>
          <a:lstStyle/>
          <a:p>
            <a:r>
              <a:rPr lang="en-IN" sz="1800" dirty="0">
                <a:solidFill>
                  <a:schemeClr val="accent4"/>
                </a:solidFill>
                <a:latin typeface="Times New Roman" panose="02020603050405020304" pitchFamily="18" charset="0"/>
                <a:cs typeface="Times New Roman" panose="02020603050405020304" pitchFamily="18" charset="0"/>
              </a:rPr>
              <a:t>1. Data Preprocessing:</a:t>
            </a:r>
          </a:p>
          <a:p>
            <a:pPr marL="285750" indent="-285750">
              <a:buClr>
                <a:schemeClr val="accent6">
                  <a:lumMod val="95000"/>
                </a:schemeClr>
              </a:buClr>
              <a:buFont typeface="Times New Roman" panose="02020603050405020304" pitchFamily="18" charset="0"/>
              <a:buChar char="•"/>
            </a:pPr>
            <a:r>
              <a:rPr lang="en-IN" sz="1800" dirty="0">
                <a:solidFill>
                  <a:schemeClr val="accent4"/>
                </a:solidFill>
                <a:latin typeface="Times New Roman" panose="02020603050405020304" pitchFamily="18" charset="0"/>
                <a:cs typeface="Times New Roman" panose="02020603050405020304" pitchFamily="18" charset="0"/>
              </a:rPr>
              <a:t>Load the CIC-IDS-2018 dataset.</a:t>
            </a:r>
          </a:p>
          <a:p>
            <a:pPr marL="285750" indent="-285750">
              <a:buClr>
                <a:schemeClr val="accent6">
                  <a:lumMod val="95000"/>
                </a:schemeClr>
              </a:buClr>
              <a:buFont typeface="Times New Roman" panose="02020603050405020304" pitchFamily="18" charset="0"/>
              <a:buChar char="•"/>
            </a:pPr>
            <a:r>
              <a:rPr lang="en-IN" sz="1800" dirty="0">
                <a:solidFill>
                  <a:schemeClr val="accent4"/>
                </a:solidFill>
                <a:latin typeface="Times New Roman" panose="02020603050405020304" pitchFamily="18" charset="0"/>
                <a:cs typeface="Times New Roman" panose="02020603050405020304" pitchFamily="18" charset="0"/>
              </a:rPr>
              <a:t>Data Cleaning.</a:t>
            </a:r>
          </a:p>
          <a:p>
            <a:pPr marL="285750" indent="-285750">
              <a:buClr>
                <a:schemeClr val="accent6">
                  <a:lumMod val="95000"/>
                </a:schemeClr>
              </a:buClr>
              <a:buFont typeface="Times New Roman" panose="02020603050405020304" pitchFamily="18" charset="0"/>
              <a:buChar char="•"/>
            </a:pPr>
            <a:r>
              <a:rPr lang="en-IN" sz="1800" dirty="0">
                <a:solidFill>
                  <a:schemeClr val="accent4"/>
                </a:solidFill>
                <a:latin typeface="Times New Roman" panose="02020603050405020304" pitchFamily="18" charset="0"/>
                <a:cs typeface="Times New Roman" panose="02020603050405020304" pitchFamily="18" charset="0"/>
              </a:rPr>
              <a:t>Data Encoding.</a:t>
            </a:r>
          </a:p>
          <a:p>
            <a:pPr marL="285750" indent="-285750">
              <a:buClr>
                <a:schemeClr val="accent6">
                  <a:lumMod val="95000"/>
                </a:schemeClr>
              </a:buClr>
              <a:buFont typeface="Times New Roman" panose="02020603050405020304" pitchFamily="18" charset="0"/>
              <a:buChar char="•"/>
            </a:pPr>
            <a:r>
              <a:rPr lang="en-IN" sz="1800" dirty="0">
                <a:solidFill>
                  <a:schemeClr val="accent4"/>
                </a:solidFill>
                <a:latin typeface="Times New Roman" panose="02020603050405020304" pitchFamily="18" charset="0"/>
                <a:cs typeface="Times New Roman" panose="02020603050405020304" pitchFamily="18" charset="0"/>
              </a:rPr>
              <a:t>Normalization/Standardization.</a:t>
            </a:r>
          </a:p>
          <a:p>
            <a:pPr>
              <a:buClr>
                <a:schemeClr val="accent6">
                  <a:lumMod val="95000"/>
                </a:schemeClr>
              </a:buClr>
            </a:pPr>
            <a:endParaRPr lang="en-IN" sz="1800" dirty="0">
              <a:solidFill>
                <a:schemeClr val="accent4"/>
              </a:solidFill>
              <a:latin typeface="Times New Roman" panose="02020603050405020304" pitchFamily="18" charset="0"/>
              <a:cs typeface="Times New Roman" panose="02020603050405020304" pitchFamily="18" charset="0"/>
            </a:endParaRPr>
          </a:p>
          <a:p>
            <a:pPr>
              <a:buClr>
                <a:schemeClr val="accent6">
                  <a:lumMod val="95000"/>
                </a:schemeClr>
              </a:buClr>
            </a:pPr>
            <a:r>
              <a:rPr lang="en-IN" sz="1800" dirty="0">
                <a:solidFill>
                  <a:schemeClr val="accent4"/>
                </a:solidFill>
                <a:latin typeface="Times New Roman" panose="02020603050405020304" pitchFamily="18" charset="0"/>
                <a:cs typeface="Times New Roman" panose="02020603050405020304" pitchFamily="18" charset="0"/>
              </a:rPr>
              <a:t>2. Feature Selection:</a:t>
            </a:r>
          </a:p>
          <a:p>
            <a:pPr marL="285750" indent="-285750">
              <a:buClr>
                <a:schemeClr val="accent6">
                  <a:lumMod val="95000"/>
                </a:schemeClr>
              </a:buClr>
              <a:buFont typeface="Arial" panose="020B0604020202020204" pitchFamily="34" charset="0"/>
              <a:buChar char="•"/>
            </a:pPr>
            <a:r>
              <a:rPr lang="en-IN" sz="1800" dirty="0">
                <a:solidFill>
                  <a:schemeClr val="accent4"/>
                </a:solidFill>
                <a:latin typeface="Times New Roman" panose="02020603050405020304" pitchFamily="18" charset="0"/>
                <a:cs typeface="Times New Roman" panose="02020603050405020304" pitchFamily="18" charset="0"/>
              </a:rPr>
              <a:t>PCA(Principal Component Analysis).</a:t>
            </a:r>
          </a:p>
          <a:p>
            <a:pPr marL="285750" indent="-285750">
              <a:buClr>
                <a:schemeClr val="accent6">
                  <a:lumMod val="95000"/>
                </a:schemeClr>
              </a:buClr>
              <a:buFont typeface="Arial" panose="020B0604020202020204" pitchFamily="34" charset="0"/>
              <a:buChar char="•"/>
            </a:pPr>
            <a:r>
              <a:rPr lang="en-IN" sz="1800" dirty="0">
                <a:solidFill>
                  <a:schemeClr val="accent4"/>
                </a:solidFill>
                <a:latin typeface="Times New Roman" panose="02020603050405020304" pitchFamily="18" charset="0"/>
                <a:cs typeface="Times New Roman" panose="02020603050405020304" pitchFamily="18" charset="0"/>
              </a:rPr>
              <a:t>Ensemble Feature Selection.</a:t>
            </a:r>
          </a:p>
          <a:p>
            <a:pPr>
              <a:buClr>
                <a:schemeClr val="accent6">
                  <a:lumMod val="95000"/>
                </a:schemeClr>
              </a:buClr>
            </a:pPr>
            <a:endParaRPr lang="en-IN" sz="1800" dirty="0">
              <a:solidFill>
                <a:schemeClr val="accent4"/>
              </a:solidFill>
              <a:latin typeface="Times New Roman" panose="02020603050405020304" pitchFamily="18" charset="0"/>
              <a:cs typeface="Times New Roman" panose="02020603050405020304" pitchFamily="18" charset="0"/>
            </a:endParaRPr>
          </a:p>
          <a:p>
            <a:pPr>
              <a:buClr>
                <a:schemeClr val="accent6">
                  <a:lumMod val="95000"/>
                </a:schemeClr>
              </a:buClr>
            </a:pPr>
            <a:r>
              <a:rPr lang="en-IN" sz="1800" dirty="0">
                <a:solidFill>
                  <a:schemeClr val="accent4"/>
                </a:solidFill>
                <a:latin typeface="Times New Roman" panose="02020603050405020304" pitchFamily="18" charset="0"/>
                <a:cs typeface="Times New Roman" panose="02020603050405020304" pitchFamily="18" charset="0"/>
              </a:rPr>
              <a:t>3. Balancing the Data:</a:t>
            </a:r>
          </a:p>
          <a:p>
            <a:pPr marL="285750" indent="-285750">
              <a:buClr>
                <a:schemeClr val="accent6">
                  <a:lumMod val="95000"/>
                </a:schemeClr>
              </a:buClr>
              <a:buFont typeface="Arial" panose="020B0604020202020204" pitchFamily="34" charset="0"/>
              <a:buChar char="•"/>
            </a:pPr>
            <a:r>
              <a:rPr lang="en-IN" sz="1800" dirty="0">
                <a:solidFill>
                  <a:schemeClr val="accent4"/>
                </a:solidFill>
                <a:latin typeface="Times New Roman" panose="02020603050405020304" pitchFamily="18" charset="0"/>
                <a:cs typeface="Times New Roman" panose="02020603050405020304" pitchFamily="18" charset="0"/>
              </a:rPr>
              <a:t>SMOTE(Synthetic Minority Oversampling  Technique).</a:t>
            </a:r>
          </a:p>
          <a:p>
            <a:pPr>
              <a:buClr>
                <a:schemeClr val="accent6">
                  <a:lumMod val="95000"/>
                </a:schemeClr>
              </a:buClr>
            </a:pPr>
            <a:endParaRPr lang="en-IN" sz="1800" dirty="0">
              <a:solidFill>
                <a:schemeClr val="accent4"/>
              </a:solidFill>
              <a:latin typeface="Times New Roman" panose="02020603050405020304" pitchFamily="18" charset="0"/>
              <a:cs typeface="Times New Roman" panose="02020603050405020304" pitchFamily="18" charset="0"/>
            </a:endParaRPr>
          </a:p>
          <a:p>
            <a:pPr>
              <a:buClr>
                <a:schemeClr val="accent6">
                  <a:lumMod val="95000"/>
                </a:schemeClr>
              </a:buClr>
            </a:pPr>
            <a:endParaRPr lang="en-IN" sz="1800" dirty="0">
              <a:solidFill>
                <a:schemeClr val="accent4"/>
              </a:solidFill>
              <a:latin typeface="Times New Roman" panose="02020603050405020304" pitchFamily="18" charset="0"/>
              <a:cs typeface="Times New Roman" panose="02020603050405020304" pitchFamily="18" charset="0"/>
            </a:endParaRPr>
          </a:p>
          <a:p>
            <a:pPr>
              <a:buClr>
                <a:schemeClr val="accent6">
                  <a:lumMod val="95000"/>
                </a:schemeClr>
              </a:buClr>
            </a:pPr>
            <a:endParaRPr lang="en-IN" sz="1800" dirty="0">
              <a:solidFill>
                <a:schemeClr val="accent4"/>
              </a:solidFill>
              <a:latin typeface="Times New Roman" panose="02020603050405020304" pitchFamily="18" charset="0"/>
              <a:cs typeface="Times New Roman" panose="02020603050405020304" pitchFamily="18" charset="0"/>
            </a:endParaRPr>
          </a:p>
          <a:p>
            <a:pPr>
              <a:buClr>
                <a:schemeClr val="accent6">
                  <a:lumMod val="95000"/>
                </a:schemeClr>
              </a:buClr>
            </a:pPr>
            <a:r>
              <a:rPr lang="en-IN" sz="1800" dirty="0">
                <a:solidFill>
                  <a:schemeClr val="accent4"/>
                </a:solidFill>
                <a:latin typeface="Times New Roman" panose="02020603050405020304" pitchFamily="18" charset="0"/>
                <a:cs typeface="Times New Roman" panose="02020603050405020304" pitchFamily="18" charset="0"/>
              </a:rPr>
              <a:t>4. Model Training:</a:t>
            </a:r>
          </a:p>
          <a:p>
            <a:pPr marL="285750" indent="-285750">
              <a:buClr>
                <a:schemeClr val="accent6">
                  <a:lumMod val="95000"/>
                </a:schemeClr>
              </a:buClr>
              <a:buFont typeface="Arial" panose="020B0604020202020204" pitchFamily="34" charset="0"/>
              <a:buChar char="•"/>
            </a:pPr>
            <a:r>
              <a:rPr lang="en-IN" sz="1800" dirty="0">
                <a:solidFill>
                  <a:schemeClr val="accent4"/>
                </a:solidFill>
                <a:latin typeface="Times New Roman" panose="02020603050405020304" pitchFamily="18" charset="0"/>
                <a:cs typeface="Times New Roman" panose="02020603050405020304" pitchFamily="18" charset="0"/>
              </a:rPr>
              <a:t>Elastic Net Regression.</a:t>
            </a:r>
          </a:p>
          <a:p>
            <a:pPr marL="285750" indent="-285750">
              <a:buClr>
                <a:schemeClr val="accent6">
                  <a:lumMod val="95000"/>
                </a:schemeClr>
              </a:buClr>
              <a:buFont typeface="Arial" panose="020B0604020202020204" pitchFamily="34" charset="0"/>
              <a:buChar char="•"/>
            </a:pPr>
            <a:r>
              <a:rPr lang="en-IN" sz="1800" dirty="0">
                <a:solidFill>
                  <a:schemeClr val="accent4"/>
                </a:solidFill>
                <a:latin typeface="Times New Roman" panose="02020603050405020304" pitchFamily="18" charset="0"/>
                <a:cs typeface="Times New Roman" panose="02020603050405020304" pitchFamily="18" charset="0"/>
              </a:rPr>
              <a:t>Bagging using One Hot Encoder</a:t>
            </a:r>
          </a:p>
          <a:p>
            <a:pPr marL="285750" indent="-285750">
              <a:buClr>
                <a:schemeClr val="accent6">
                  <a:lumMod val="95000"/>
                </a:schemeClr>
              </a:buClr>
              <a:buFont typeface="Arial" panose="020B0604020202020204" pitchFamily="34" charset="0"/>
              <a:buChar char="•"/>
            </a:pPr>
            <a:r>
              <a:rPr lang="en-IN" sz="1800" dirty="0">
                <a:solidFill>
                  <a:schemeClr val="accent4"/>
                </a:solidFill>
                <a:latin typeface="Times New Roman" panose="02020603050405020304" pitchFamily="18" charset="0"/>
                <a:cs typeface="Times New Roman" panose="02020603050405020304" pitchFamily="18" charset="0"/>
              </a:rPr>
              <a:t>AdaBoost.</a:t>
            </a:r>
          </a:p>
          <a:p>
            <a:pPr>
              <a:buClr>
                <a:schemeClr val="accent6">
                  <a:lumMod val="95000"/>
                </a:schemeClr>
              </a:buClr>
            </a:pPr>
            <a:endParaRPr lang="en-IN" sz="1800" dirty="0">
              <a:solidFill>
                <a:schemeClr val="accent4"/>
              </a:solidFill>
              <a:latin typeface="Times New Roman" panose="02020603050405020304" pitchFamily="18" charset="0"/>
              <a:cs typeface="Times New Roman" panose="02020603050405020304" pitchFamily="18" charset="0"/>
            </a:endParaRPr>
          </a:p>
          <a:p>
            <a:pPr>
              <a:buClr>
                <a:schemeClr val="accent6">
                  <a:lumMod val="95000"/>
                </a:schemeClr>
              </a:buClr>
            </a:pPr>
            <a:r>
              <a:rPr lang="en-IN" sz="1800" dirty="0">
                <a:solidFill>
                  <a:schemeClr val="accent4"/>
                </a:solidFill>
                <a:latin typeface="Times New Roman" panose="02020603050405020304" pitchFamily="18" charset="0"/>
                <a:cs typeface="Times New Roman" panose="02020603050405020304" pitchFamily="18" charset="0"/>
              </a:rPr>
              <a:t>5. Advanced Models:</a:t>
            </a:r>
          </a:p>
          <a:p>
            <a:pPr marL="285750" indent="-285750">
              <a:buClr>
                <a:schemeClr val="accent6">
                  <a:lumMod val="95000"/>
                </a:schemeClr>
              </a:buClr>
              <a:buFont typeface="Arial" panose="020B0604020202020204" pitchFamily="34" charset="0"/>
              <a:buChar char="•"/>
            </a:pPr>
            <a:r>
              <a:rPr lang="en-IN" sz="1800" dirty="0" err="1">
                <a:solidFill>
                  <a:schemeClr val="accent4"/>
                </a:solidFill>
                <a:latin typeface="Times New Roman" panose="02020603050405020304" pitchFamily="18" charset="0"/>
                <a:cs typeface="Times New Roman" panose="02020603050405020304" pitchFamily="18" charset="0"/>
              </a:rPr>
              <a:t>XGBoost</a:t>
            </a:r>
            <a:r>
              <a:rPr lang="en-IN" sz="1800" dirty="0">
                <a:solidFill>
                  <a:schemeClr val="accent4"/>
                </a:solidFill>
                <a:latin typeface="Times New Roman" panose="02020603050405020304" pitchFamily="18" charset="0"/>
                <a:cs typeface="Times New Roman" panose="02020603050405020304" pitchFamily="18" charset="0"/>
              </a:rPr>
              <a:t>(Extreme Gradient Boosting).</a:t>
            </a:r>
          </a:p>
          <a:p>
            <a:pPr marL="285750" indent="-285750">
              <a:buClr>
                <a:schemeClr val="accent6">
                  <a:lumMod val="95000"/>
                </a:schemeClr>
              </a:buClr>
              <a:buFont typeface="Arial" panose="020B0604020202020204" pitchFamily="34" charset="0"/>
              <a:buChar char="•"/>
            </a:pPr>
            <a:r>
              <a:rPr lang="en-IN" sz="1800" dirty="0" err="1">
                <a:solidFill>
                  <a:schemeClr val="accent4"/>
                </a:solidFill>
                <a:latin typeface="Times New Roman" panose="02020603050405020304" pitchFamily="18" charset="0"/>
                <a:cs typeface="Times New Roman" panose="02020603050405020304" pitchFamily="18" charset="0"/>
              </a:rPr>
              <a:t>ADABoost</a:t>
            </a:r>
            <a:endParaRPr lang="en-IN" sz="1800" dirty="0">
              <a:solidFill>
                <a:schemeClr val="accent4"/>
              </a:solidFill>
              <a:latin typeface="Times New Roman" panose="02020603050405020304" pitchFamily="18" charset="0"/>
              <a:cs typeface="Times New Roman" panose="02020603050405020304" pitchFamily="18" charset="0"/>
            </a:endParaRPr>
          </a:p>
          <a:p>
            <a:pPr marL="285750" indent="-285750">
              <a:buClr>
                <a:schemeClr val="accent6">
                  <a:lumMod val="95000"/>
                </a:schemeClr>
              </a:buClr>
              <a:buFont typeface="Arial" panose="020B0604020202020204" pitchFamily="34" charset="0"/>
              <a:buChar char="•"/>
            </a:pPr>
            <a:r>
              <a:rPr lang="en-IN" sz="1800" dirty="0">
                <a:solidFill>
                  <a:schemeClr val="accent4"/>
                </a:solidFill>
                <a:latin typeface="Times New Roman" panose="02020603050405020304" pitchFamily="18" charset="0"/>
                <a:cs typeface="Times New Roman" panose="02020603050405020304" pitchFamily="18" charset="0"/>
              </a:rPr>
              <a:t>RNN’s (Recurrent Neural Networks).</a:t>
            </a:r>
          </a:p>
          <a:p>
            <a:pPr marL="285750" indent="-285750">
              <a:buClr>
                <a:schemeClr val="accent6">
                  <a:lumMod val="95000"/>
                </a:schemeClr>
              </a:buClr>
              <a:buFont typeface="Arial" panose="020B0604020202020204" pitchFamily="34" charset="0"/>
              <a:buChar char="•"/>
            </a:pPr>
            <a:r>
              <a:rPr lang="en-IN" sz="1800" dirty="0">
                <a:solidFill>
                  <a:schemeClr val="accent4"/>
                </a:solidFill>
                <a:latin typeface="Times New Roman" panose="02020603050405020304" pitchFamily="18" charset="0"/>
                <a:cs typeface="Times New Roman" panose="02020603050405020304" pitchFamily="18" charset="0"/>
              </a:rPr>
              <a:t> Reinforcement Learning.</a:t>
            </a:r>
          </a:p>
          <a:p>
            <a:pPr>
              <a:buClr>
                <a:schemeClr val="accent6">
                  <a:lumMod val="95000"/>
                </a:schemeClr>
              </a:buClr>
            </a:pPr>
            <a:endParaRPr lang="en-IN" sz="1800" dirty="0">
              <a:solidFill>
                <a:schemeClr val="accent4"/>
              </a:solidFill>
              <a:latin typeface="Times New Roman" panose="02020603050405020304" pitchFamily="18" charset="0"/>
              <a:cs typeface="Times New Roman" panose="02020603050405020304" pitchFamily="18" charset="0"/>
            </a:endParaRPr>
          </a:p>
          <a:p>
            <a:pPr>
              <a:buClr>
                <a:schemeClr val="accent6">
                  <a:lumMod val="95000"/>
                </a:schemeClr>
              </a:buClr>
            </a:pPr>
            <a:r>
              <a:rPr lang="en-IN" sz="1800" dirty="0">
                <a:solidFill>
                  <a:schemeClr val="accent4"/>
                </a:solidFill>
                <a:latin typeface="Times New Roman" panose="02020603050405020304" pitchFamily="18" charset="0"/>
                <a:cs typeface="Times New Roman" panose="02020603050405020304" pitchFamily="18" charset="0"/>
              </a:rPr>
              <a:t>6. Model Evaluation: </a:t>
            </a:r>
          </a:p>
          <a:p>
            <a:pPr marL="285750" indent="-285750">
              <a:buClr>
                <a:schemeClr val="accent6">
                  <a:lumMod val="95000"/>
                </a:schemeClr>
              </a:buClr>
              <a:buFont typeface="Arial" panose="020B0604020202020204" pitchFamily="34" charset="0"/>
              <a:buChar char="•"/>
            </a:pPr>
            <a:r>
              <a:rPr lang="en-IN" sz="1800" dirty="0">
                <a:solidFill>
                  <a:schemeClr val="accent4"/>
                </a:solidFill>
                <a:latin typeface="Times New Roman" panose="02020603050405020304" pitchFamily="18" charset="0"/>
                <a:cs typeface="Times New Roman" panose="02020603050405020304" pitchFamily="18" charset="0"/>
              </a:rPr>
              <a:t>F1 Score.</a:t>
            </a:r>
          </a:p>
          <a:p>
            <a:pPr marL="285750" indent="-285750">
              <a:buClr>
                <a:schemeClr val="accent6">
                  <a:lumMod val="95000"/>
                </a:schemeClr>
              </a:buClr>
              <a:buFont typeface="Arial" panose="020B0604020202020204" pitchFamily="34" charset="0"/>
              <a:buChar char="•"/>
            </a:pPr>
            <a:r>
              <a:rPr lang="en-IN" sz="1800" dirty="0">
                <a:solidFill>
                  <a:schemeClr val="accent4"/>
                </a:solidFill>
                <a:latin typeface="Times New Roman" panose="02020603050405020304" pitchFamily="18" charset="0"/>
                <a:cs typeface="Times New Roman" panose="02020603050405020304" pitchFamily="18" charset="0"/>
              </a:rPr>
              <a:t>Precision.</a:t>
            </a:r>
          </a:p>
          <a:p>
            <a:pPr marL="285750" indent="-285750">
              <a:buClr>
                <a:schemeClr val="accent6">
                  <a:lumMod val="95000"/>
                </a:schemeClr>
              </a:buClr>
              <a:buFont typeface="Arial" panose="020B0604020202020204" pitchFamily="34" charset="0"/>
              <a:buChar char="•"/>
            </a:pPr>
            <a:r>
              <a:rPr lang="en-IN" sz="1800" dirty="0">
                <a:solidFill>
                  <a:schemeClr val="accent4"/>
                </a:solidFill>
                <a:latin typeface="Times New Roman" panose="02020603050405020304" pitchFamily="18" charset="0"/>
                <a:cs typeface="Times New Roman" panose="02020603050405020304" pitchFamily="18" charset="0"/>
              </a:rPr>
              <a:t>Recall</a:t>
            </a:r>
          </a:p>
          <a:p>
            <a:pPr marL="285750" indent="-285750">
              <a:buClr>
                <a:schemeClr val="accent6">
                  <a:lumMod val="95000"/>
                </a:schemeClr>
              </a:buClr>
              <a:buFont typeface="Arial" panose="020B0604020202020204" pitchFamily="34" charset="0"/>
              <a:buChar char="•"/>
            </a:pPr>
            <a:r>
              <a:rPr lang="en-IN" sz="1800" dirty="0">
                <a:solidFill>
                  <a:schemeClr val="accent4"/>
                </a:solidFill>
                <a:latin typeface="Times New Roman" panose="02020603050405020304" pitchFamily="18" charset="0"/>
                <a:cs typeface="Times New Roman" panose="02020603050405020304" pitchFamily="18" charset="0"/>
              </a:rPr>
              <a:t>Confusion Matrix.</a:t>
            </a:r>
          </a:p>
        </p:txBody>
      </p:sp>
    </p:spTree>
    <p:extLst>
      <p:ext uri="{BB962C8B-B14F-4D97-AF65-F5344CB8AC3E}">
        <p14:creationId xmlns:p14="http://schemas.microsoft.com/office/powerpoint/2010/main" val="16836830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C69C1E6-EC99-06C9-2271-619EBAFC3B5C}"/>
              </a:ext>
            </a:extLst>
          </p:cNvPr>
          <p:cNvSpPr txBox="1"/>
          <p:nvPr/>
        </p:nvSpPr>
        <p:spPr>
          <a:xfrm>
            <a:off x="389467" y="347133"/>
            <a:ext cx="4648200" cy="492443"/>
          </a:xfrm>
          <a:prstGeom prst="rect">
            <a:avLst/>
          </a:prstGeom>
          <a:noFill/>
        </p:spPr>
        <p:txBody>
          <a:bodyPr wrap="square" rtlCol="0">
            <a:spAutoFit/>
          </a:bodyPr>
          <a:lstStyle/>
          <a:p>
            <a:r>
              <a:rPr lang="en-IN" sz="2600" dirty="0">
                <a:solidFill>
                  <a:schemeClr val="accent4"/>
                </a:solidFill>
                <a:latin typeface="Times New Roman" panose="02020603050405020304" pitchFamily="18" charset="0"/>
                <a:cs typeface="Times New Roman" panose="02020603050405020304" pitchFamily="18" charset="0"/>
              </a:rPr>
              <a:t>Implementation and Result:</a:t>
            </a:r>
          </a:p>
        </p:txBody>
      </p:sp>
      <p:pic>
        <p:nvPicPr>
          <p:cNvPr id="6" name="Picture 5">
            <a:extLst>
              <a:ext uri="{FF2B5EF4-FFF2-40B4-BE49-F238E27FC236}">
                <a16:creationId xmlns:a16="http://schemas.microsoft.com/office/drawing/2014/main" id="{9BFAC28F-AC63-CE78-618E-9AC8F6115E25}"/>
              </a:ext>
            </a:extLst>
          </p:cNvPr>
          <p:cNvPicPr>
            <a:picLocks noChangeAspect="1"/>
          </p:cNvPicPr>
          <p:nvPr/>
        </p:nvPicPr>
        <p:blipFill>
          <a:blip r:embed="rId2"/>
          <a:stretch>
            <a:fillRect/>
          </a:stretch>
        </p:blipFill>
        <p:spPr>
          <a:xfrm>
            <a:off x="194734" y="955637"/>
            <a:ext cx="4182533" cy="689368"/>
          </a:xfrm>
          <a:prstGeom prst="rect">
            <a:avLst/>
          </a:prstGeom>
        </p:spPr>
      </p:pic>
      <p:pic>
        <p:nvPicPr>
          <p:cNvPr id="8" name="Picture 7">
            <a:extLst>
              <a:ext uri="{FF2B5EF4-FFF2-40B4-BE49-F238E27FC236}">
                <a16:creationId xmlns:a16="http://schemas.microsoft.com/office/drawing/2014/main" id="{D2BF0791-2333-C897-1C03-5A3032561048}"/>
              </a:ext>
            </a:extLst>
          </p:cNvPr>
          <p:cNvPicPr>
            <a:picLocks noChangeAspect="1"/>
          </p:cNvPicPr>
          <p:nvPr/>
        </p:nvPicPr>
        <p:blipFill>
          <a:blip r:embed="rId3"/>
          <a:stretch>
            <a:fillRect/>
          </a:stretch>
        </p:blipFill>
        <p:spPr>
          <a:xfrm>
            <a:off x="194734" y="1645005"/>
            <a:ext cx="3168813" cy="558829"/>
          </a:xfrm>
          <a:prstGeom prst="rect">
            <a:avLst/>
          </a:prstGeom>
        </p:spPr>
      </p:pic>
      <p:pic>
        <p:nvPicPr>
          <p:cNvPr id="10" name="Picture 9">
            <a:extLst>
              <a:ext uri="{FF2B5EF4-FFF2-40B4-BE49-F238E27FC236}">
                <a16:creationId xmlns:a16="http://schemas.microsoft.com/office/drawing/2014/main" id="{E40F9036-D35C-773C-43A5-CA444E988197}"/>
              </a:ext>
            </a:extLst>
          </p:cNvPr>
          <p:cNvPicPr>
            <a:picLocks noChangeAspect="1"/>
          </p:cNvPicPr>
          <p:nvPr/>
        </p:nvPicPr>
        <p:blipFill>
          <a:blip r:embed="rId4"/>
          <a:stretch>
            <a:fillRect/>
          </a:stretch>
        </p:blipFill>
        <p:spPr>
          <a:xfrm>
            <a:off x="190721" y="2503381"/>
            <a:ext cx="4178520" cy="1684482"/>
          </a:xfrm>
          <a:prstGeom prst="rect">
            <a:avLst/>
          </a:prstGeom>
        </p:spPr>
      </p:pic>
      <p:pic>
        <p:nvPicPr>
          <p:cNvPr id="1026" name="Picture 2">
            <a:extLst>
              <a:ext uri="{FF2B5EF4-FFF2-40B4-BE49-F238E27FC236}">
                <a16:creationId xmlns:a16="http://schemas.microsoft.com/office/drawing/2014/main" id="{DAE57170-F7C4-D966-9F3D-30D2059F972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80467" y="1560338"/>
            <a:ext cx="3802472" cy="34032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063473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B56D9AF-0206-8188-B7DA-6D9AE82DDCD1}"/>
              </a:ext>
            </a:extLst>
          </p:cNvPr>
          <p:cNvPicPr>
            <a:picLocks noChangeAspect="1"/>
          </p:cNvPicPr>
          <p:nvPr/>
        </p:nvPicPr>
        <p:blipFill>
          <a:blip r:embed="rId2"/>
          <a:stretch>
            <a:fillRect/>
          </a:stretch>
        </p:blipFill>
        <p:spPr>
          <a:xfrm>
            <a:off x="126999" y="143934"/>
            <a:ext cx="4207933" cy="1968353"/>
          </a:xfrm>
          <a:prstGeom prst="rect">
            <a:avLst/>
          </a:prstGeom>
        </p:spPr>
      </p:pic>
      <p:pic>
        <p:nvPicPr>
          <p:cNvPr id="5" name="Picture 4">
            <a:extLst>
              <a:ext uri="{FF2B5EF4-FFF2-40B4-BE49-F238E27FC236}">
                <a16:creationId xmlns:a16="http://schemas.microsoft.com/office/drawing/2014/main" id="{61A45778-0D6F-E5B9-6DF2-47ECAD9A23D7}"/>
              </a:ext>
            </a:extLst>
          </p:cNvPr>
          <p:cNvPicPr>
            <a:picLocks noChangeAspect="1"/>
          </p:cNvPicPr>
          <p:nvPr/>
        </p:nvPicPr>
        <p:blipFill>
          <a:blip r:embed="rId3"/>
          <a:stretch>
            <a:fillRect/>
          </a:stretch>
        </p:blipFill>
        <p:spPr>
          <a:xfrm>
            <a:off x="126999" y="2213759"/>
            <a:ext cx="4341545" cy="1968353"/>
          </a:xfrm>
          <a:prstGeom prst="rect">
            <a:avLst/>
          </a:prstGeom>
        </p:spPr>
      </p:pic>
      <p:pic>
        <p:nvPicPr>
          <p:cNvPr id="7" name="Picture 6">
            <a:extLst>
              <a:ext uri="{FF2B5EF4-FFF2-40B4-BE49-F238E27FC236}">
                <a16:creationId xmlns:a16="http://schemas.microsoft.com/office/drawing/2014/main" id="{C85F7B5F-96A3-7CCF-6243-A75AB5E8FF46}"/>
              </a:ext>
            </a:extLst>
          </p:cNvPr>
          <p:cNvPicPr>
            <a:picLocks noChangeAspect="1"/>
          </p:cNvPicPr>
          <p:nvPr/>
        </p:nvPicPr>
        <p:blipFill>
          <a:blip r:embed="rId4"/>
          <a:stretch>
            <a:fillRect/>
          </a:stretch>
        </p:blipFill>
        <p:spPr>
          <a:xfrm>
            <a:off x="4675456" y="1583268"/>
            <a:ext cx="4341545" cy="2475382"/>
          </a:xfrm>
          <a:prstGeom prst="rect">
            <a:avLst/>
          </a:prstGeom>
        </p:spPr>
      </p:pic>
    </p:spTree>
    <p:extLst>
      <p:ext uri="{BB962C8B-B14F-4D97-AF65-F5344CB8AC3E}">
        <p14:creationId xmlns:p14="http://schemas.microsoft.com/office/powerpoint/2010/main" val="1066786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8445AB0-28C7-B2C3-CE7F-9CD9BC28A67F}"/>
              </a:ext>
            </a:extLst>
          </p:cNvPr>
          <p:cNvPicPr>
            <a:picLocks noChangeAspect="1"/>
          </p:cNvPicPr>
          <p:nvPr/>
        </p:nvPicPr>
        <p:blipFill>
          <a:blip r:embed="rId2"/>
          <a:stretch>
            <a:fillRect/>
          </a:stretch>
        </p:blipFill>
        <p:spPr>
          <a:xfrm>
            <a:off x="156642" y="230667"/>
            <a:ext cx="4999558" cy="1283411"/>
          </a:xfrm>
          <a:prstGeom prst="rect">
            <a:avLst/>
          </a:prstGeom>
        </p:spPr>
      </p:pic>
      <p:pic>
        <p:nvPicPr>
          <p:cNvPr id="5" name="Picture 4">
            <a:extLst>
              <a:ext uri="{FF2B5EF4-FFF2-40B4-BE49-F238E27FC236}">
                <a16:creationId xmlns:a16="http://schemas.microsoft.com/office/drawing/2014/main" id="{D2EC42DB-05A3-37A2-5F7F-3B4C111628EC}"/>
              </a:ext>
            </a:extLst>
          </p:cNvPr>
          <p:cNvPicPr>
            <a:picLocks noChangeAspect="1"/>
          </p:cNvPicPr>
          <p:nvPr/>
        </p:nvPicPr>
        <p:blipFill>
          <a:blip r:embed="rId3"/>
          <a:stretch>
            <a:fillRect/>
          </a:stretch>
        </p:blipFill>
        <p:spPr>
          <a:xfrm>
            <a:off x="0" y="2108200"/>
            <a:ext cx="5588279" cy="2548950"/>
          </a:xfrm>
          <a:prstGeom prst="rect">
            <a:avLst/>
          </a:prstGeom>
        </p:spPr>
      </p:pic>
    </p:spTree>
    <p:extLst>
      <p:ext uri="{BB962C8B-B14F-4D97-AF65-F5344CB8AC3E}">
        <p14:creationId xmlns:p14="http://schemas.microsoft.com/office/powerpoint/2010/main" val="15660142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B7E7BDF9-BE25-5692-B469-8C8896BF683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50436"/>
            <a:ext cx="3851804" cy="3536369"/>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1BFE437D-E6BB-427A-149F-B6577F7544C0}"/>
              </a:ext>
            </a:extLst>
          </p:cNvPr>
          <p:cNvPicPr>
            <a:picLocks noChangeAspect="1"/>
          </p:cNvPicPr>
          <p:nvPr/>
        </p:nvPicPr>
        <p:blipFill>
          <a:blip r:embed="rId3"/>
          <a:stretch>
            <a:fillRect/>
          </a:stretch>
        </p:blipFill>
        <p:spPr>
          <a:xfrm>
            <a:off x="4783667" y="681037"/>
            <a:ext cx="3609975" cy="3781425"/>
          </a:xfrm>
          <a:prstGeom prst="rect">
            <a:avLst/>
          </a:prstGeom>
        </p:spPr>
      </p:pic>
    </p:spTree>
    <p:extLst>
      <p:ext uri="{BB962C8B-B14F-4D97-AF65-F5344CB8AC3E}">
        <p14:creationId xmlns:p14="http://schemas.microsoft.com/office/powerpoint/2010/main" val="11084740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42F459-EA0E-80CD-AF1E-5C547F1848FC}"/>
              </a:ext>
            </a:extLst>
          </p:cNvPr>
          <p:cNvPicPr>
            <a:picLocks noChangeAspect="1"/>
          </p:cNvPicPr>
          <p:nvPr/>
        </p:nvPicPr>
        <p:blipFill>
          <a:blip r:embed="rId2"/>
          <a:stretch>
            <a:fillRect/>
          </a:stretch>
        </p:blipFill>
        <p:spPr>
          <a:xfrm>
            <a:off x="67733" y="205756"/>
            <a:ext cx="4783667" cy="1648444"/>
          </a:xfrm>
          <a:prstGeom prst="rect">
            <a:avLst/>
          </a:prstGeom>
        </p:spPr>
      </p:pic>
      <p:pic>
        <p:nvPicPr>
          <p:cNvPr id="3076" name="Picture 4">
            <a:extLst>
              <a:ext uri="{FF2B5EF4-FFF2-40B4-BE49-F238E27FC236}">
                <a16:creationId xmlns:a16="http://schemas.microsoft.com/office/drawing/2014/main" id="{4E05B934-9435-04E8-00B1-2213F664712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0864" y="1850406"/>
            <a:ext cx="4083199" cy="32893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15172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99AE89AA-22B4-2B93-8368-C784526194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 y="-1"/>
            <a:ext cx="3733800" cy="3589867"/>
          </a:xfrm>
          <a:prstGeom prst="rect">
            <a:avLst/>
          </a:prstGeom>
          <a:noFill/>
          <a:extLst>
            <a:ext uri="{909E8E84-426E-40DD-AFC4-6F175D3DCCD1}">
              <a14:hiddenFill xmlns:a14="http://schemas.microsoft.com/office/drawing/2010/main">
                <a:solidFill>
                  <a:srgbClr val="FFFFFF"/>
                </a:solidFill>
              </a14:hiddenFill>
            </a:ext>
          </a:extLst>
        </p:spPr>
      </p:pic>
      <p:pic>
        <p:nvPicPr>
          <p:cNvPr id="4100" name="Picture 4">
            <a:extLst>
              <a:ext uri="{FF2B5EF4-FFF2-40B4-BE49-F238E27FC236}">
                <a16:creationId xmlns:a16="http://schemas.microsoft.com/office/drawing/2014/main" id="{60F2D4E9-6C00-9636-B25D-B83163436CE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572000" y="-1"/>
            <a:ext cx="3854395" cy="3437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584697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a:extLst>
              <a:ext uri="{FF2B5EF4-FFF2-40B4-BE49-F238E27FC236}">
                <a16:creationId xmlns:a16="http://schemas.microsoft.com/office/drawing/2014/main" id="{B31F696C-46F4-26B3-EA0C-7207593139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61056" y="520815"/>
            <a:ext cx="5417078" cy="4288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857822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52DCE2-C97B-BAC0-E8B1-8D4C522B52A2}"/>
              </a:ext>
            </a:extLst>
          </p:cNvPr>
          <p:cNvSpPr>
            <a:spLocks noGrp="1"/>
          </p:cNvSpPr>
          <p:nvPr>
            <p:ph type="title"/>
          </p:nvPr>
        </p:nvSpPr>
        <p:spPr/>
        <p:txBody>
          <a:bodyPr/>
          <a:lstStyle/>
          <a:p>
            <a:endParaRPr lang="en-IN" dirty="0"/>
          </a:p>
        </p:txBody>
      </p:sp>
      <p:pic>
        <p:nvPicPr>
          <p:cNvPr id="4" name="Picture 3">
            <a:extLst>
              <a:ext uri="{FF2B5EF4-FFF2-40B4-BE49-F238E27FC236}">
                <a16:creationId xmlns:a16="http://schemas.microsoft.com/office/drawing/2014/main" id="{5961BA9A-AC21-753E-4130-7AEAE36296FD}"/>
              </a:ext>
            </a:extLst>
          </p:cNvPr>
          <p:cNvPicPr>
            <a:picLocks noChangeAspect="1"/>
          </p:cNvPicPr>
          <p:nvPr/>
        </p:nvPicPr>
        <p:blipFill>
          <a:blip r:embed="rId2"/>
          <a:stretch>
            <a:fillRect/>
          </a:stretch>
        </p:blipFill>
        <p:spPr>
          <a:xfrm>
            <a:off x="11543" y="300568"/>
            <a:ext cx="4200606" cy="2527300"/>
          </a:xfrm>
          <a:prstGeom prst="rect">
            <a:avLst/>
          </a:prstGeom>
        </p:spPr>
      </p:pic>
      <p:pic>
        <p:nvPicPr>
          <p:cNvPr id="6" name="Picture 5">
            <a:extLst>
              <a:ext uri="{FF2B5EF4-FFF2-40B4-BE49-F238E27FC236}">
                <a16:creationId xmlns:a16="http://schemas.microsoft.com/office/drawing/2014/main" id="{3AD40546-2242-127D-A31F-CEFDDFC3F207}"/>
              </a:ext>
            </a:extLst>
          </p:cNvPr>
          <p:cNvPicPr>
            <a:picLocks noChangeAspect="1"/>
          </p:cNvPicPr>
          <p:nvPr/>
        </p:nvPicPr>
        <p:blipFill>
          <a:blip r:embed="rId3"/>
          <a:stretch>
            <a:fillRect/>
          </a:stretch>
        </p:blipFill>
        <p:spPr>
          <a:xfrm>
            <a:off x="4212149" y="1871133"/>
            <a:ext cx="4533166" cy="2971800"/>
          </a:xfrm>
          <a:prstGeom prst="rect">
            <a:avLst/>
          </a:prstGeom>
        </p:spPr>
      </p:pic>
    </p:spTree>
    <p:extLst>
      <p:ext uri="{BB962C8B-B14F-4D97-AF65-F5344CB8AC3E}">
        <p14:creationId xmlns:p14="http://schemas.microsoft.com/office/powerpoint/2010/main" val="3236246330"/>
      </p:ext>
    </p:extLst>
  </p:cSld>
  <p:clrMapOvr>
    <a:masterClrMapping/>
  </p:clrMapOvr>
</p:sld>
</file>

<file path=ppt/theme/theme1.xml><?xml version="1.0" encoding="utf-8"?>
<a:theme xmlns:a="http://schemas.openxmlformats.org/drawingml/2006/main" name="Anthrax Detection Technology Project Proposal by Slidesgo">
  <a:themeElements>
    <a:clrScheme name="Simple Light">
      <a:dk1>
        <a:srgbClr val="FFFFFF"/>
      </a:dk1>
      <a:lt1>
        <a:srgbClr val="0D0045"/>
      </a:lt1>
      <a:dk2>
        <a:srgbClr val="480036"/>
      </a:dk2>
      <a:lt2>
        <a:srgbClr val="B0292E"/>
      </a:lt2>
      <a:accent1>
        <a:srgbClr val="00BCEE"/>
      </a:accent1>
      <a:accent2>
        <a:srgbClr val="860E68"/>
      </a:accent2>
      <a:accent3>
        <a:srgbClr val="CC5EB0"/>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1059</TotalTime>
  <Words>388</Words>
  <Application>Microsoft Office PowerPoint</Application>
  <PresentationFormat>On-screen Show (16:9)</PresentationFormat>
  <Paragraphs>58</Paragraphs>
  <Slides>13</Slides>
  <Notes>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Bai Jamjuree</vt:lpstr>
      <vt:lpstr>Bai Jamjuree Light</vt:lpstr>
      <vt:lpstr>Phudu SemiBold</vt:lpstr>
      <vt:lpstr>Times New Roman</vt:lpstr>
      <vt:lpstr>Nunito Light</vt:lpstr>
      <vt:lpstr>Arial</vt:lpstr>
      <vt:lpstr>Anthrax Detection Technology Project Proposal by Slidesgo</vt:lpstr>
      <vt:lpstr>IMPROVING ADABOOST-BASED INTRUSION DETECTION SYSTEM PERFORMANCE ON CIC-IDS 2018 DATASET</vt:lpstr>
      <vt:lpstr>Team members:</vt:lpstr>
      <vt:lpstr>INTRODUCTION: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Sree Darshne Jayakumar</cp:lastModifiedBy>
  <cp:revision>21</cp:revision>
  <dcterms:modified xsi:type="dcterms:W3CDTF">2024-11-12T15:44:28Z</dcterms:modified>
</cp:coreProperties>
</file>